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9" r:id="rId2"/>
  </p:sldMasterIdLst>
  <p:sldIdLst>
    <p:sldId id="260" r:id="rId3"/>
    <p:sldId id="258" r:id="rId4"/>
    <p:sldId id="262"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eeting Our Client's Challenges" id="{05903784-8232-4286-8154-52EFA26D36A0}">
          <p14:sldIdLst>
            <p14:sldId id="260"/>
            <p14:sldId id="258"/>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D7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96219C-85FB-5F43-0105-DA023EFC4918}" v="479" dt="2025-11-10T09:58:20.58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02" d="100"/>
          <a:sy n="102" d="100"/>
        </p:scale>
        <p:origin x="954" y="31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3.xml"/><Relationship Id="rId10"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wen, Jonathan" userId="S::jonathan.dowen@stantec.com::d7789e4c-36ce-4080-80af-a6ba044ba794" providerId="AD" clId="Web-{1E96219C-85FB-5F43-0105-DA023EFC4918}"/>
    <pc:docChg chg="modSld">
      <pc:chgData name="Dowen, Jonathan" userId="S::jonathan.dowen@stantec.com::d7789e4c-36ce-4080-80af-a6ba044ba794" providerId="AD" clId="Web-{1E96219C-85FB-5F43-0105-DA023EFC4918}" dt="2025-11-10T09:58:20.586" v="478" actId="20577"/>
      <pc:docMkLst>
        <pc:docMk/>
      </pc:docMkLst>
      <pc:sldChg chg="modSp">
        <pc:chgData name="Dowen, Jonathan" userId="S::jonathan.dowen@stantec.com::d7789e4c-36ce-4080-80af-a6ba044ba794" providerId="AD" clId="Web-{1E96219C-85FB-5F43-0105-DA023EFC4918}" dt="2025-11-10T09:58:20.586" v="478" actId="20577"/>
        <pc:sldMkLst>
          <pc:docMk/>
          <pc:sldMk cId="1224229252" sldId="262"/>
        </pc:sldMkLst>
        <pc:spChg chg="mod">
          <ac:chgData name="Dowen, Jonathan" userId="S::jonathan.dowen@stantec.com::d7789e4c-36ce-4080-80af-a6ba044ba794" providerId="AD" clId="Web-{1E96219C-85FB-5F43-0105-DA023EFC4918}" dt="2025-11-10T09:58:20.586" v="478" actId="20577"/>
          <ac:spMkLst>
            <pc:docMk/>
            <pc:sldMk cId="1224229252" sldId="262"/>
            <ac:spMk id="3" creationId="{0169F4D6-D27A-4247-9D6C-BDD220CE3638}"/>
          </ac:spMkLst>
        </pc:spChg>
      </pc:sldChg>
    </pc:docChg>
  </pc:docChgLst>
  <pc:docChgLst>
    <pc:chgData name="Bourne, Daniel" userId="ae2c7565-23da-43ba-9f69-6110851ae12c" providerId="ADAL" clId="{1BC17949-BFA7-48BC-8BE1-B3AAE1D180C4}"/>
    <pc:docChg chg="custSel modSld">
      <pc:chgData name="Bourne, Daniel" userId="ae2c7565-23da-43ba-9f69-6110851ae12c" providerId="ADAL" clId="{1BC17949-BFA7-48BC-8BE1-B3AAE1D180C4}" dt="2025-11-10T09:04:47.661" v="1" actId="20577"/>
      <pc:docMkLst>
        <pc:docMk/>
      </pc:docMkLst>
      <pc:sldChg chg="modSp mod">
        <pc:chgData name="Bourne, Daniel" userId="ae2c7565-23da-43ba-9f69-6110851ae12c" providerId="ADAL" clId="{1BC17949-BFA7-48BC-8BE1-B3AAE1D180C4}" dt="2025-11-10T09:04:31.579" v="0" actId="33524"/>
        <pc:sldMkLst>
          <pc:docMk/>
          <pc:sldMk cId="1609120691" sldId="258"/>
        </pc:sldMkLst>
        <pc:spChg chg="mod">
          <ac:chgData name="Bourne, Daniel" userId="ae2c7565-23da-43ba-9f69-6110851ae12c" providerId="ADAL" clId="{1BC17949-BFA7-48BC-8BE1-B3AAE1D180C4}" dt="2025-11-10T09:04:31.579" v="0" actId="33524"/>
          <ac:spMkLst>
            <pc:docMk/>
            <pc:sldMk cId="1609120691" sldId="258"/>
            <ac:spMk id="3" creationId="{CC32FF6A-D052-4628-90F5-73BA4EE7241D}"/>
          </ac:spMkLst>
        </pc:spChg>
      </pc:sldChg>
      <pc:sldChg chg="modSp mod">
        <pc:chgData name="Bourne, Daniel" userId="ae2c7565-23da-43ba-9f69-6110851ae12c" providerId="ADAL" clId="{1BC17949-BFA7-48BC-8BE1-B3AAE1D180C4}" dt="2025-11-10T09:04:47.661" v="1" actId="20577"/>
        <pc:sldMkLst>
          <pc:docMk/>
          <pc:sldMk cId="1224229252" sldId="262"/>
        </pc:sldMkLst>
        <pc:spChg chg="mod">
          <ac:chgData name="Bourne, Daniel" userId="ae2c7565-23da-43ba-9f69-6110851ae12c" providerId="ADAL" clId="{1BC17949-BFA7-48BC-8BE1-B3AAE1D180C4}" dt="2025-11-10T09:04:47.661" v="1" actId="20577"/>
          <ac:spMkLst>
            <pc:docMk/>
            <pc:sldMk cId="1224229252" sldId="262"/>
            <ac:spMk id="3" creationId="{0169F4D6-D27A-4247-9D6C-BDD220CE3638}"/>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_No Image">
    <p:spTree>
      <p:nvGrpSpPr>
        <p:cNvPr id="1" name=""/>
        <p:cNvGrpSpPr/>
        <p:nvPr/>
      </p:nvGrpSpPr>
      <p:grpSpPr>
        <a:xfrm>
          <a:off x="0" y="0"/>
          <a:ext cx="0" cy="0"/>
          <a:chOff x="0" y="0"/>
          <a:chExt cx="0" cy="0"/>
        </a:xfrm>
      </p:grpSpPr>
      <p:sp>
        <p:nvSpPr>
          <p:cNvPr id="6" name="Rectangle 5"/>
          <p:cNvSpPr/>
          <p:nvPr/>
        </p:nvSpPr>
        <p:spPr>
          <a:xfrm>
            <a:off x="3462528" y="1447800"/>
            <a:ext cx="8729472" cy="5410200"/>
          </a:xfrm>
          <a:prstGeom prst="rect">
            <a:avLst/>
          </a:prstGeom>
          <a:solidFill>
            <a:srgbClr val="221F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91000" y="5837493"/>
            <a:ext cx="1527048" cy="405775"/>
          </a:xfrm>
          <a:prstGeom prst="rect">
            <a:avLst/>
          </a:prstGeom>
        </p:spPr>
      </p:pic>
      <p:sp>
        <p:nvSpPr>
          <p:cNvPr id="2" name="Title 1"/>
          <p:cNvSpPr>
            <a:spLocks noGrp="1"/>
          </p:cNvSpPr>
          <p:nvPr>
            <p:ph type="title" hasCustomPrompt="1"/>
          </p:nvPr>
        </p:nvSpPr>
        <p:spPr>
          <a:xfrm>
            <a:off x="4216400" y="3657600"/>
            <a:ext cx="5565648" cy="457200"/>
          </a:xfrm>
        </p:spPr>
        <p:txBody>
          <a:bodyPr>
            <a:normAutofit/>
          </a:bodyPr>
          <a:lstStyle>
            <a:lvl1pPr>
              <a:defRPr sz="2000"/>
            </a:lvl1pPr>
          </a:lstStyle>
          <a:p>
            <a:r>
              <a:rPr lang="en-US" dirty="0"/>
              <a:t>Presentation Title</a:t>
            </a:r>
          </a:p>
        </p:txBody>
      </p:sp>
      <p:sp>
        <p:nvSpPr>
          <p:cNvPr id="8" name="Text Placeholder 7"/>
          <p:cNvSpPr>
            <a:spLocks noGrp="1"/>
          </p:cNvSpPr>
          <p:nvPr>
            <p:ph type="body" sz="quarter" idx="10" hasCustomPrompt="1"/>
          </p:nvPr>
        </p:nvSpPr>
        <p:spPr>
          <a:xfrm>
            <a:off x="4191000" y="4267200"/>
            <a:ext cx="5565648" cy="762000"/>
          </a:xfrm>
        </p:spPr>
        <p:txBody>
          <a:bodyPr lIns="0" tIns="0" rIns="0" bIns="0">
            <a:noAutofit/>
          </a:bodyPr>
          <a:lstStyle>
            <a:lvl1pPr marL="0" indent="0">
              <a:buNone/>
              <a:defRPr sz="4000">
                <a:solidFill>
                  <a:schemeClr val="bg1"/>
                </a:solidFill>
              </a:defRPr>
            </a:lvl1pPr>
            <a:lvl2pPr marL="457200" indent="0">
              <a:buNone/>
              <a:defRPr sz="4000">
                <a:solidFill>
                  <a:schemeClr val="bg1"/>
                </a:solidFill>
              </a:defRPr>
            </a:lvl2pPr>
            <a:lvl3pPr marL="914400" indent="0">
              <a:buNone/>
              <a:defRPr sz="4000">
                <a:solidFill>
                  <a:schemeClr val="bg1"/>
                </a:solidFill>
              </a:defRPr>
            </a:lvl3pPr>
            <a:lvl4pPr marL="1371600" indent="0">
              <a:buNone/>
              <a:defRPr sz="4000">
                <a:solidFill>
                  <a:schemeClr val="bg1"/>
                </a:solidFill>
              </a:defRPr>
            </a:lvl4pPr>
            <a:lvl5pPr marL="1828800" indent="0">
              <a:buNone/>
              <a:defRPr sz="4000">
                <a:solidFill>
                  <a:schemeClr val="bg1"/>
                </a:solidFill>
              </a:defRPr>
            </a:lvl5pPr>
          </a:lstStyle>
          <a:p>
            <a:pPr lvl="0"/>
            <a:r>
              <a:rPr lang="en-US" dirty="0"/>
              <a:t>Presentation Topic</a:t>
            </a:r>
          </a:p>
        </p:txBody>
      </p:sp>
    </p:spTree>
    <p:extLst>
      <p:ext uri="{BB962C8B-B14F-4D97-AF65-F5344CB8AC3E}">
        <p14:creationId xmlns:p14="http://schemas.microsoft.com/office/powerpoint/2010/main" val="173544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Start_with image">
    <p:bg>
      <p:bgPr>
        <a:solidFill>
          <a:schemeClr val="bg1"/>
        </a:solidFill>
        <a:effectLst/>
      </p:bgPr>
    </p:bg>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5390315" cy="68580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25011758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afety Moment">
    <p:spTree>
      <p:nvGrpSpPr>
        <p:cNvPr id="1" name=""/>
        <p:cNvGrpSpPr/>
        <p:nvPr/>
      </p:nvGrpSpPr>
      <p:grpSpPr>
        <a:xfrm>
          <a:off x="0" y="0"/>
          <a:ext cx="0" cy="0"/>
          <a:chOff x="0" y="0"/>
          <a:chExt cx="0" cy="0"/>
        </a:xfrm>
      </p:grpSpPr>
      <p:sp>
        <p:nvSpPr>
          <p:cNvPr id="3" name="Rectangle 2"/>
          <p:cNvSpPr/>
          <p:nvPr/>
        </p:nvSpPr>
        <p:spPr>
          <a:xfrm>
            <a:off x="0" y="1112934"/>
            <a:ext cx="3462528" cy="3465576"/>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p:cNvSpPr txBox="1">
            <a:spLocks/>
          </p:cNvSpPr>
          <p:nvPr/>
        </p:nvSpPr>
        <p:spPr>
          <a:xfrm>
            <a:off x="455676" y="2827394"/>
            <a:ext cx="2362200" cy="1203211"/>
          </a:xfrm>
          <a:prstGeom prst="rect">
            <a:avLst/>
          </a:prstGeom>
          <a:noFill/>
        </p:spPr>
        <p:txBody>
          <a:bodyPr vert="horz" lIns="0" tIns="0" rIns="0" bIns="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pPr>
            <a:r>
              <a:rPr lang="en-US" sz="4500" dirty="0">
                <a:solidFill>
                  <a:srgbClr val="ED7000"/>
                </a:solidFill>
              </a:rPr>
              <a:t>Safety</a:t>
            </a:r>
            <a:r>
              <a:rPr lang="en-US" sz="4500" dirty="0">
                <a:solidFill>
                  <a:schemeClr val="bg1"/>
                </a:solidFill>
              </a:rPr>
              <a:t> </a:t>
            </a:r>
            <a:br>
              <a:rPr lang="en-US" sz="4500" dirty="0">
                <a:solidFill>
                  <a:schemeClr val="bg1"/>
                </a:solidFill>
              </a:rPr>
            </a:br>
            <a:r>
              <a:rPr lang="en-US" sz="4500" dirty="0">
                <a:solidFill>
                  <a:schemeClr val="bg1"/>
                </a:solidFill>
              </a:rPr>
              <a:t>Moment</a:t>
            </a:r>
          </a:p>
        </p:txBody>
      </p:sp>
      <p:sp>
        <p:nvSpPr>
          <p:cNvPr id="6" name="Picture Placeholder 5"/>
          <p:cNvSpPr>
            <a:spLocks noGrp="1"/>
          </p:cNvSpPr>
          <p:nvPr>
            <p:ph type="pic" sz="quarter" idx="10"/>
          </p:nvPr>
        </p:nvSpPr>
        <p:spPr>
          <a:xfrm>
            <a:off x="3462528" y="0"/>
            <a:ext cx="8729472" cy="68580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116375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8" name="Text Placeholder 7"/>
          <p:cNvSpPr>
            <a:spLocks noGrp="1"/>
          </p:cNvSpPr>
          <p:nvPr>
            <p:ph type="body" sz="quarter" idx="11" hasCustomPrompt="1"/>
          </p:nvPr>
        </p:nvSpPr>
        <p:spPr>
          <a:xfrm>
            <a:off x="7848600" y="1524000"/>
            <a:ext cx="3238500" cy="800100"/>
          </a:xfrm>
        </p:spPr>
        <p:txBody>
          <a:bodyPr lIns="0" tIns="0" rIns="0" bIns="0" anchor="b">
            <a:noAutofit/>
          </a:bodyPr>
          <a:lstStyle>
            <a:lvl1pPr marL="0" indent="0">
              <a:buNone/>
              <a:defRPr sz="4000">
                <a:solidFill>
                  <a:srgbClr val="ED7000"/>
                </a:solidFill>
                <a:latin typeface="+mj-lt"/>
              </a:defRPr>
            </a:lvl1pPr>
          </a:lstStyle>
          <a:p>
            <a:pPr lvl="0"/>
            <a:r>
              <a:rPr lang="en-US" dirty="0"/>
              <a:t>Agenda</a:t>
            </a:r>
          </a:p>
        </p:txBody>
      </p:sp>
      <p:sp>
        <p:nvSpPr>
          <p:cNvPr id="11" name="Text Placeholder 10"/>
          <p:cNvSpPr>
            <a:spLocks noGrp="1"/>
          </p:cNvSpPr>
          <p:nvPr>
            <p:ph type="body" sz="quarter" idx="12" hasCustomPrompt="1"/>
          </p:nvPr>
        </p:nvSpPr>
        <p:spPr>
          <a:xfrm>
            <a:off x="7848600" y="2590800"/>
            <a:ext cx="3238500" cy="2819400"/>
          </a:xfrm>
        </p:spPr>
        <p:txBody>
          <a:bodyPr lIns="0" tIns="0" rIns="0" bIns="0">
            <a:noAutofit/>
          </a:bodyPr>
          <a:lstStyle>
            <a:lvl1pPr marL="400050" indent="-400050">
              <a:buFont typeface="+mj-lt"/>
              <a:buAutoNum type="arabicPeriod"/>
              <a:defRPr sz="2000"/>
            </a:lvl1pPr>
          </a:lstStyle>
          <a:p>
            <a:pPr lvl="0"/>
            <a:r>
              <a:rPr lang="en-US" dirty="0"/>
              <a:t>Section title one basic charts and graphs</a:t>
            </a:r>
          </a:p>
          <a:p>
            <a:pPr lvl="0"/>
            <a:r>
              <a:rPr lang="en-US" dirty="0"/>
              <a:t>Section title two bullet points and images</a:t>
            </a:r>
          </a:p>
          <a:p>
            <a:pPr lvl="0"/>
            <a:r>
              <a:rPr lang="en-US" dirty="0"/>
              <a:t>Section title three</a:t>
            </a:r>
          </a:p>
          <a:p>
            <a:pPr lvl="0"/>
            <a:r>
              <a:rPr lang="en-US" dirty="0"/>
              <a:t>Section title four</a:t>
            </a:r>
          </a:p>
          <a:p>
            <a:pPr lvl="0"/>
            <a:r>
              <a:rPr lang="en-US" dirty="0"/>
              <a:t>Section title five</a:t>
            </a:r>
          </a:p>
        </p:txBody>
      </p:sp>
    </p:spTree>
    <p:extLst>
      <p:ext uri="{BB962C8B-B14F-4D97-AF65-F5344CB8AC3E}">
        <p14:creationId xmlns:p14="http://schemas.microsoft.com/office/powerpoint/2010/main" val="1373027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Start">
    <p:bg>
      <p:bgPr>
        <a:solidFill>
          <a:srgbClr val="22222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963084" y="5321301"/>
            <a:ext cx="10363200" cy="774699"/>
          </a:xfrm>
        </p:spPr>
        <p:txBody>
          <a:bodyPr anchor="b"/>
          <a:lstStyle>
            <a:lvl1pPr algn="l">
              <a:defRPr sz="4000" b="0" cap="none">
                <a:solidFill>
                  <a:schemeClr val="bg1"/>
                </a:solidFill>
              </a:defRPr>
            </a:lvl1pPr>
          </a:lstStyle>
          <a:p>
            <a:r>
              <a:rPr lang="en-US" dirty="0"/>
              <a:t>Section Topic</a:t>
            </a:r>
          </a:p>
        </p:txBody>
      </p:sp>
      <p:sp>
        <p:nvSpPr>
          <p:cNvPr id="3" name="Text Placeholder 2"/>
          <p:cNvSpPr>
            <a:spLocks noGrp="1"/>
          </p:cNvSpPr>
          <p:nvPr>
            <p:ph type="body" idx="1" hasCustomPrompt="1"/>
          </p:nvPr>
        </p:nvSpPr>
        <p:spPr>
          <a:xfrm>
            <a:off x="963084" y="4876800"/>
            <a:ext cx="10363200" cy="444500"/>
          </a:xfrm>
        </p:spPr>
        <p:txBody>
          <a:bodyPr lIns="0" tIns="0" rIns="0" bIns="0" anchor="b"/>
          <a:lstStyle>
            <a:lvl1pPr marL="0" indent="0">
              <a:buNone/>
              <a:defRPr sz="2000" baseline="0">
                <a:solidFill>
                  <a:srgbClr val="ED7000"/>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Section Title (optional)</a:t>
            </a:r>
          </a:p>
        </p:txBody>
      </p:sp>
    </p:spTree>
    <p:extLst>
      <p:ext uri="{BB962C8B-B14F-4D97-AF65-F5344CB8AC3E}">
        <p14:creationId xmlns:p14="http://schemas.microsoft.com/office/powerpoint/2010/main" val="5364901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1905000" cy="1905000"/>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743200" y="1162050"/>
            <a:ext cx="8686800" cy="563562"/>
          </a:xfrm>
        </p:spPr>
        <p:txBody>
          <a:bodyPr lIns="0" tIns="0" rIns="0" bIns="0">
            <a:normAutofit/>
          </a:bodyPr>
          <a:lstStyle>
            <a:lvl1pPr>
              <a:defRPr sz="4000">
                <a:solidFill>
                  <a:srgbClr val="ED7000"/>
                </a:solidFill>
              </a:defRPr>
            </a:lvl1pPr>
          </a:lstStyle>
          <a:p>
            <a:r>
              <a:rPr lang="en-US" dirty="0"/>
              <a:t>Slide Title</a:t>
            </a:r>
          </a:p>
        </p:txBody>
      </p:sp>
      <p:sp>
        <p:nvSpPr>
          <p:cNvPr id="3" name="Content Placeholder 2"/>
          <p:cNvSpPr>
            <a:spLocks noGrp="1"/>
          </p:cNvSpPr>
          <p:nvPr>
            <p:ph idx="1" hasCustomPrompt="1"/>
          </p:nvPr>
        </p:nvSpPr>
        <p:spPr>
          <a:xfrm>
            <a:off x="2743200" y="1981201"/>
            <a:ext cx="8686800" cy="4525963"/>
          </a:xfrm>
        </p:spPr>
        <p:txBody>
          <a:bodyPr lIns="0" tIns="0" rIns="0" bIns="0">
            <a:normAutofit/>
          </a:bodyPr>
          <a:lstStyle>
            <a:lvl1pPr>
              <a:defRPr sz="2400"/>
            </a:lvl1pPr>
            <a:lvl2pPr marL="640080" indent="-285750">
              <a:buFont typeface="Arial" panose="020B0604020202020204" pitchFamily="34" charset="0"/>
              <a:buChar char="•"/>
              <a:defRPr sz="2000" baseline="0"/>
            </a:lvl2pPr>
            <a:lvl3pPr marL="917575" indent="-285750">
              <a:buSzPct val="100000"/>
              <a:buFont typeface="Century Gothic" panose="020B0502020202020204" pitchFamily="34" charset="0"/>
              <a:buChar char="◦"/>
              <a:defRPr sz="1800"/>
            </a:lvl3pPr>
          </a:lstStyle>
          <a:p>
            <a:pPr lvl="0"/>
            <a:r>
              <a:rPr lang="en-US" dirty="0"/>
              <a:t>We can’t completely avoid bullet points</a:t>
            </a:r>
          </a:p>
          <a:p>
            <a:pPr lvl="0"/>
            <a:r>
              <a:rPr lang="en-US" dirty="0"/>
              <a:t>So if we must use them, this is the layout to use</a:t>
            </a:r>
          </a:p>
          <a:p>
            <a:pPr lvl="0"/>
            <a:r>
              <a:rPr lang="en-US" dirty="0"/>
              <a:t>Keep them brief and supportive of what you’re saying</a:t>
            </a:r>
          </a:p>
          <a:p>
            <a:pPr lvl="0"/>
            <a:r>
              <a:rPr lang="en-US" dirty="0"/>
              <a:t>We want the audience to watch/listen to you, </a:t>
            </a:r>
            <a:br>
              <a:rPr lang="en-US" dirty="0"/>
            </a:br>
            <a:r>
              <a:rPr lang="en-US" dirty="0"/>
              <a:t>not read the screen</a:t>
            </a:r>
          </a:p>
          <a:p>
            <a:pPr lvl="0"/>
            <a:endParaRPr lang="en-US" dirty="0"/>
          </a:p>
        </p:txBody>
      </p:sp>
      <p:sp>
        <p:nvSpPr>
          <p:cNvPr id="8" name="Text Placeholder 7"/>
          <p:cNvSpPr>
            <a:spLocks noGrp="1"/>
          </p:cNvSpPr>
          <p:nvPr>
            <p:ph type="body" sz="quarter" idx="10" hasCustomPrompt="1"/>
          </p:nvPr>
        </p:nvSpPr>
        <p:spPr>
          <a:xfrm>
            <a:off x="304800" y="385888"/>
            <a:ext cx="1447800" cy="1257300"/>
          </a:xfrm>
        </p:spPr>
        <p:txBody>
          <a:bodyPr lIns="0" tIns="0" rIns="0" bIns="0" anchor="b">
            <a:normAutofit/>
          </a:bodyPr>
          <a:lstStyle>
            <a:lvl1pPr marL="0" indent="0">
              <a:buNone/>
              <a:defRPr sz="1500">
                <a:solidFill>
                  <a:schemeClr val="bg1"/>
                </a:solidFill>
              </a:defRPr>
            </a:lvl1pPr>
          </a:lstStyle>
          <a:p>
            <a:pPr lvl="0"/>
            <a:r>
              <a:rPr lang="en-US" dirty="0"/>
              <a:t>Section Title</a:t>
            </a:r>
          </a:p>
        </p:txBody>
      </p:sp>
    </p:spTree>
    <p:extLst>
      <p:ext uri="{BB962C8B-B14F-4D97-AF65-F5344CB8AC3E}">
        <p14:creationId xmlns:p14="http://schemas.microsoft.com/office/powerpoint/2010/main" val="3201036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2 Column Content">
    <p:spTree>
      <p:nvGrpSpPr>
        <p:cNvPr id="1" name=""/>
        <p:cNvGrpSpPr/>
        <p:nvPr/>
      </p:nvGrpSpPr>
      <p:grpSpPr>
        <a:xfrm>
          <a:off x="0" y="0"/>
          <a:ext cx="0" cy="0"/>
          <a:chOff x="0" y="0"/>
          <a:chExt cx="0" cy="0"/>
        </a:xfrm>
      </p:grpSpPr>
      <p:sp>
        <p:nvSpPr>
          <p:cNvPr id="4" name="Rectangle 3"/>
          <p:cNvSpPr/>
          <p:nvPr/>
        </p:nvSpPr>
        <p:spPr>
          <a:xfrm>
            <a:off x="0" y="0"/>
            <a:ext cx="1905000" cy="1905000"/>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743200" y="1162050"/>
            <a:ext cx="8686800" cy="563562"/>
          </a:xfrm>
        </p:spPr>
        <p:txBody>
          <a:bodyPr lIns="0" tIns="0" rIns="0" bIns="0">
            <a:normAutofit/>
          </a:bodyPr>
          <a:lstStyle>
            <a:lvl1pPr>
              <a:defRPr sz="4000">
                <a:solidFill>
                  <a:srgbClr val="ED7000"/>
                </a:solidFill>
              </a:defRPr>
            </a:lvl1pPr>
          </a:lstStyle>
          <a:p>
            <a:r>
              <a:rPr lang="en-US" dirty="0"/>
              <a:t>Slide Title</a:t>
            </a:r>
          </a:p>
        </p:txBody>
      </p:sp>
      <p:sp>
        <p:nvSpPr>
          <p:cNvPr id="3" name="Content Placeholder 2"/>
          <p:cNvSpPr>
            <a:spLocks noGrp="1"/>
          </p:cNvSpPr>
          <p:nvPr>
            <p:ph idx="1" hasCustomPrompt="1"/>
          </p:nvPr>
        </p:nvSpPr>
        <p:spPr>
          <a:xfrm>
            <a:off x="2743200" y="1981201"/>
            <a:ext cx="4419600" cy="4525963"/>
          </a:xfrm>
        </p:spPr>
        <p:txBody>
          <a:bodyPr lIns="0" tIns="0" rIns="0" bIns="0">
            <a:normAutofit/>
          </a:bodyPr>
          <a:lstStyle>
            <a:lvl1pPr marL="342900" indent="-342900">
              <a:buFont typeface="Arial" panose="020B0604020202020204" pitchFamily="34" charset="0"/>
              <a:buChar char="•"/>
              <a:defRPr sz="2400">
                <a:solidFill>
                  <a:srgbClr val="222222"/>
                </a:solidFill>
              </a:defRPr>
            </a:lvl1pPr>
            <a:lvl2pPr marL="640080" indent="-285750">
              <a:buFont typeface="Arial" panose="020B0604020202020204" pitchFamily="34" charset="0"/>
              <a:buChar char="•"/>
              <a:defRPr sz="2000" baseline="0">
                <a:solidFill>
                  <a:srgbClr val="222222"/>
                </a:solidFill>
              </a:defRPr>
            </a:lvl2pPr>
            <a:lvl3pPr marL="917575" indent="-285750">
              <a:buSzPct val="100000"/>
              <a:buFont typeface="Century Gothic" panose="020B0502020202020204" pitchFamily="34" charset="0"/>
              <a:buChar char="◦"/>
              <a:defRPr sz="1800"/>
            </a:lvl3pPr>
          </a:lstStyle>
          <a:p>
            <a:pPr lvl="0"/>
            <a:r>
              <a:rPr lang="en-US" dirty="0"/>
              <a:t>We can’t completely avoid bullet points</a:t>
            </a:r>
          </a:p>
          <a:p>
            <a:pPr lvl="0"/>
            <a:r>
              <a:rPr lang="en-US" dirty="0"/>
              <a:t>So if we must use them, this is the layout to use</a:t>
            </a:r>
          </a:p>
          <a:p>
            <a:pPr lvl="1"/>
            <a:r>
              <a:rPr lang="en-US" dirty="0"/>
              <a:t>Secondary bullet</a:t>
            </a:r>
          </a:p>
          <a:p>
            <a:pPr lvl="1"/>
            <a:r>
              <a:rPr lang="en-US" dirty="0"/>
              <a:t>Secondary bullet</a:t>
            </a:r>
          </a:p>
          <a:p>
            <a:pPr lvl="0"/>
            <a:r>
              <a:rPr lang="en-US" dirty="0"/>
              <a:t>Notice that there is no more than 5 bullet points on the slide.</a:t>
            </a:r>
          </a:p>
          <a:p>
            <a:pPr lvl="0"/>
            <a:endParaRPr lang="en-US" dirty="0"/>
          </a:p>
        </p:txBody>
      </p:sp>
      <p:sp>
        <p:nvSpPr>
          <p:cNvPr id="6" name="Text Placeholder 5"/>
          <p:cNvSpPr>
            <a:spLocks noGrp="1"/>
          </p:cNvSpPr>
          <p:nvPr>
            <p:ph type="body" sz="quarter" idx="11" hasCustomPrompt="1"/>
          </p:nvPr>
        </p:nvSpPr>
        <p:spPr>
          <a:xfrm>
            <a:off x="7315200" y="1981200"/>
            <a:ext cx="4114800" cy="4525963"/>
          </a:xfrm>
        </p:spPr>
        <p:txBody>
          <a:bodyPr>
            <a:normAutofit/>
          </a:bodyPr>
          <a:lstStyle>
            <a:lvl1pPr>
              <a:defRPr sz="2400">
                <a:solidFill>
                  <a:srgbClr val="222222"/>
                </a:solidFill>
              </a:defRPr>
            </a:lvl1pPr>
            <a:lvl2pPr>
              <a:defRPr sz="2000">
                <a:solidFill>
                  <a:srgbClr val="222222"/>
                </a:solidFill>
              </a:defRPr>
            </a:lvl2pPr>
          </a:lstStyle>
          <a:p>
            <a:pPr lvl="0"/>
            <a:r>
              <a:rPr lang="en-US" dirty="0"/>
              <a:t>Keep them brief and supportive of what you’re saying</a:t>
            </a:r>
          </a:p>
          <a:p>
            <a:pPr lvl="1"/>
            <a:r>
              <a:rPr lang="en-US" dirty="0"/>
              <a:t>Secondary bullet</a:t>
            </a:r>
          </a:p>
          <a:p>
            <a:pPr lvl="1"/>
            <a:r>
              <a:rPr lang="en-US" dirty="0"/>
              <a:t>Secondary bullet</a:t>
            </a:r>
          </a:p>
          <a:p>
            <a:pPr lvl="0"/>
            <a:r>
              <a:rPr lang="en-US" dirty="0"/>
              <a:t>We want the audience to watch/listen to you, </a:t>
            </a:r>
            <a:br>
              <a:rPr lang="en-US" dirty="0"/>
            </a:br>
            <a:r>
              <a:rPr lang="en-US" dirty="0"/>
              <a:t>not read the screen</a:t>
            </a:r>
          </a:p>
        </p:txBody>
      </p:sp>
      <p:sp>
        <p:nvSpPr>
          <p:cNvPr id="9" name="Text Placeholder 7"/>
          <p:cNvSpPr>
            <a:spLocks noGrp="1"/>
          </p:cNvSpPr>
          <p:nvPr>
            <p:ph type="body" sz="quarter" idx="10" hasCustomPrompt="1"/>
          </p:nvPr>
        </p:nvSpPr>
        <p:spPr>
          <a:xfrm>
            <a:off x="304800" y="385888"/>
            <a:ext cx="1447800" cy="1257300"/>
          </a:xfrm>
        </p:spPr>
        <p:txBody>
          <a:bodyPr lIns="0" tIns="0" rIns="0" bIns="0" anchor="b">
            <a:normAutofit/>
          </a:bodyPr>
          <a:lstStyle>
            <a:lvl1pPr marL="0" indent="0">
              <a:buNone/>
              <a:defRPr sz="1500">
                <a:solidFill>
                  <a:schemeClr val="bg1"/>
                </a:solidFill>
              </a:defRPr>
            </a:lvl1pPr>
          </a:lstStyle>
          <a:p>
            <a:pPr lvl="0"/>
            <a:r>
              <a:rPr lang="en-US" dirty="0"/>
              <a:t>Section Title</a:t>
            </a:r>
          </a:p>
        </p:txBody>
      </p:sp>
    </p:spTree>
    <p:extLst>
      <p:ext uri="{BB962C8B-B14F-4D97-AF65-F5344CB8AC3E}">
        <p14:creationId xmlns:p14="http://schemas.microsoft.com/office/powerpoint/2010/main" val="4138022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MAIN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0000" y="468000"/>
            <a:ext cx="11088000" cy="304038"/>
          </a:xfrm>
        </p:spPr>
        <p:txBody>
          <a:bodyPr anchor="t" anchorCtr="0">
            <a:noAutofit/>
          </a:bodyPr>
          <a:lstStyle>
            <a:lvl1pPr>
              <a:lnSpc>
                <a:spcPts val="3000"/>
              </a:lnSpc>
              <a:defRPr sz="2800" b="1"/>
            </a:lvl1pPr>
          </a:lstStyle>
          <a:p>
            <a:r>
              <a:rPr lang="en-US" dirty="0"/>
              <a:t>Slide Title</a:t>
            </a:r>
          </a:p>
        </p:txBody>
      </p:sp>
      <p:sp>
        <p:nvSpPr>
          <p:cNvPr id="5" name="Text Placeholder 4"/>
          <p:cNvSpPr>
            <a:spLocks noGrp="1"/>
          </p:cNvSpPr>
          <p:nvPr>
            <p:ph type="body" sz="quarter" idx="10" hasCustomPrompt="1"/>
          </p:nvPr>
        </p:nvSpPr>
        <p:spPr>
          <a:xfrm>
            <a:off x="540000" y="1116000"/>
            <a:ext cx="11088000" cy="4976962"/>
          </a:xfrm>
        </p:spPr>
        <p:txBody>
          <a:bodyPr wrap="square" lIns="0" tIns="0" rIns="0" bIns="0">
            <a:noAutofit/>
          </a:bodyPr>
          <a:lstStyle>
            <a:lvl1pPr marL="177800" indent="-177800">
              <a:buClr>
                <a:srgbClr val="ED7000"/>
              </a:buClr>
              <a:buFont typeface="Arial" panose="020B0604020202020204" pitchFamily="34" charset="0"/>
              <a:buChar char="•"/>
              <a:tabLst>
                <a:tab pos="177800" algn="l"/>
              </a:tabLst>
              <a:defRPr sz="1800" baseline="0">
                <a:solidFill>
                  <a:srgbClr val="222222"/>
                </a:solidFill>
              </a:defRPr>
            </a:lvl1pPr>
            <a:lvl2pPr marL="361950" indent="-180975">
              <a:buFont typeface="Arial" panose="020B0604020202020204" pitchFamily="34" charset="0"/>
              <a:buChar char="•"/>
              <a:defRPr/>
            </a:lvl2pPr>
            <a:lvl3pPr marL="536575" indent="-174625">
              <a:buFont typeface="Arial" panose="020B0604020202020204" pitchFamily="34" charset="0"/>
              <a:buChar char="•"/>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p:txBody>
      </p:sp>
      <p:sp>
        <p:nvSpPr>
          <p:cNvPr id="4" name="Rectangle 3"/>
          <p:cNvSpPr/>
          <p:nvPr/>
        </p:nvSpPr>
        <p:spPr>
          <a:xfrm>
            <a:off x="0" y="6408234"/>
            <a:ext cx="12192000" cy="456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Slide Number Placeholder 3"/>
          <p:cNvSpPr txBox="1">
            <a:spLocks/>
          </p:cNvSpPr>
          <p:nvPr/>
        </p:nvSpPr>
        <p:spPr>
          <a:xfrm>
            <a:off x="10670477" y="6491349"/>
            <a:ext cx="987552" cy="3643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3178CFF5-1EF5-4FDA-A119-3041D8D196A5}" type="slidenum">
              <a:rPr lang="en-US" sz="1200">
                <a:solidFill>
                  <a:srgbClr val="FFFFFF"/>
                </a:solidFill>
              </a:rPr>
              <a:pPr algn="r">
                <a:defRPr/>
              </a:pPr>
              <a:t>‹#›</a:t>
            </a:fld>
            <a:endParaRPr lang="en-US" sz="1200" dirty="0">
              <a:solidFill>
                <a:srgbClr val="FFFFFF"/>
              </a:solidFill>
            </a:endParaRPr>
          </a:p>
        </p:txBody>
      </p:sp>
      <p:sp>
        <p:nvSpPr>
          <p:cNvPr id="7" name="Rectangle 6"/>
          <p:cNvSpPr/>
          <p:nvPr/>
        </p:nvSpPr>
        <p:spPr>
          <a:xfrm>
            <a:off x="11735042" y="6408234"/>
            <a:ext cx="456958" cy="456958"/>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cxnSp>
        <p:nvCxnSpPr>
          <p:cNvPr id="10" name="Straight Connector 9"/>
          <p:cNvCxnSpPr/>
          <p:nvPr/>
        </p:nvCxnSpPr>
        <p:spPr>
          <a:xfrm>
            <a:off x="540000" y="950121"/>
            <a:ext cx="11088000" cy="0"/>
          </a:xfrm>
          <a:prstGeom prst="line">
            <a:avLst/>
          </a:prstGeom>
          <a:ln w="6350">
            <a:solidFill>
              <a:srgbClr val="706966"/>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076C2877-326A-4342-9D46-02A0A4ED214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94396" y="314475"/>
            <a:ext cx="1557604" cy="413364"/>
          </a:xfrm>
          <a:prstGeom prst="rect">
            <a:avLst/>
          </a:prstGeom>
        </p:spPr>
      </p:pic>
      <p:sp>
        <p:nvSpPr>
          <p:cNvPr id="9" name="TextBox 8">
            <a:extLst>
              <a:ext uri="{FF2B5EF4-FFF2-40B4-BE49-F238E27FC236}">
                <a16:creationId xmlns:a16="http://schemas.microsoft.com/office/drawing/2014/main" id="{2520F1FC-429F-4EA1-AFA0-2A3267DEAD2C}"/>
              </a:ext>
            </a:extLst>
          </p:cNvPr>
          <p:cNvSpPr txBox="1"/>
          <p:nvPr userDrawn="1"/>
        </p:nvSpPr>
        <p:spPr>
          <a:xfrm>
            <a:off x="36614" y="6535001"/>
            <a:ext cx="2991525" cy="276999"/>
          </a:xfrm>
          <a:prstGeom prst="rect">
            <a:avLst/>
          </a:prstGeom>
          <a:noFill/>
        </p:spPr>
        <p:txBody>
          <a:bodyPr wrap="none" rtlCol="0">
            <a:spAutoFit/>
          </a:bodyPr>
          <a:lstStyle/>
          <a:p>
            <a:r>
              <a:rPr lang="en-GB" sz="1200" b="1" dirty="0">
                <a:solidFill>
                  <a:srgbClr val="C00000"/>
                </a:solidFill>
              </a:rPr>
              <a:t>CONFIDENTIAL: DO NOT DISTRIBUTE</a:t>
            </a:r>
          </a:p>
        </p:txBody>
      </p:sp>
    </p:spTree>
    <p:extLst>
      <p:ext uri="{BB962C8B-B14F-4D97-AF65-F5344CB8AC3E}">
        <p14:creationId xmlns:p14="http://schemas.microsoft.com/office/powerpoint/2010/main" val="2027094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MAIN LAYOUT BLK">
    <p:bg>
      <p:bgPr>
        <a:solidFill>
          <a:srgbClr val="22222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0000" y="468000"/>
            <a:ext cx="11088000" cy="304038"/>
          </a:xfrm>
        </p:spPr>
        <p:txBody>
          <a:bodyPr anchor="t" anchorCtr="0">
            <a:noAutofit/>
          </a:bodyPr>
          <a:lstStyle>
            <a:lvl1pPr>
              <a:lnSpc>
                <a:spcPts val="3000"/>
              </a:lnSpc>
              <a:defRPr sz="2800" b="1"/>
            </a:lvl1pPr>
          </a:lstStyle>
          <a:p>
            <a:r>
              <a:rPr lang="en-US" dirty="0"/>
              <a:t>Slide Title</a:t>
            </a:r>
          </a:p>
        </p:txBody>
      </p:sp>
      <p:sp>
        <p:nvSpPr>
          <p:cNvPr id="5" name="Text Placeholder 4"/>
          <p:cNvSpPr>
            <a:spLocks noGrp="1"/>
          </p:cNvSpPr>
          <p:nvPr>
            <p:ph type="body" sz="quarter" idx="10" hasCustomPrompt="1"/>
          </p:nvPr>
        </p:nvSpPr>
        <p:spPr>
          <a:xfrm>
            <a:off x="540000" y="1116000"/>
            <a:ext cx="11088000" cy="4976962"/>
          </a:xfrm>
        </p:spPr>
        <p:txBody>
          <a:bodyPr wrap="square" lIns="0" tIns="0" rIns="0" bIns="0">
            <a:noAutofit/>
          </a:bodyPr>
          <a:lstStyle>
            <a:lvl1pPr marL="177800" indent="-177800">
              <a:buClr>
                <a:srgbClr val="ED7000"/>
              </a:buClr>
              <a:buFont typeface="Arial" panose="020B0604020202020204" pitchFamily="34" charset="0"/>
              <a:buChar char="•"/>
              <a:tabLst>
                <a:tab pos="177800" algn="l"/>
              </a:tabLst>
              <a:defRPr sz="1800" baseline="0">
                <a:solidFill>
                  <a:schemeClr val="bg1"/>
                </a:solidFill>
              </a:defRPr>
            </a:lvl1pPr>
            <a:lvl2pPr marL="361950" indent="-180975">
              <a:buFont typeface="Arial" panose="020B0604020202020204" pitchFamily="34" charset="0"/>
              <a:buChar char="•"/>
              <a:defRPr>
                <a:solidFill>
                  <a:schemeClr val="bg1"/>
                </a:solidFill>
              </a:defRPr>
            </a:lvl2pPr>
            <a:lvl3pPr marL="536575" indent="-174625">
              <a:buFont typeface="Arial" panose="020B0604020202020204" pitchFamily="34" charset="0"/>
              <a:buChar char="•"/>
              <a:defRPr>
                <a:solidFill>
                  <a:schemeClr val="bg1"/>
                </a:solidFill>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p:txBody>
      </p:sp>
      <p:sp>
        <p:nvSpPr>
          <p:cNvPr id="4" name="Rectangle 3"/>
          <p:cNvSpPr/>
          <p:nvPr/>
        </p:nvSpPr>
        <p:spPr>
          <a:xfrm>
            <a:off x="0" y="6408234"/>
            <a:ext cx="12192000" cy="456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Slide Number Placeholder 3"/>
          <p:cNvSpPr txBox="1">
            <a:spLocks/>
          </p:cNvSpPr>
          <p:nvPr/>
        </p:nvSpPr>
        <p:spPr>
          <a:xfrm>
            <a:off x="10670477" y="6491349"/>
            <a:ext cx="987552" cy="3643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3178CFF5-1EF5-4FDA-A119-3041D8D196A5}" type="slidenum">
              <a:rPr lang="en-US" sz="1200">
                <a:solidFill>
                  <a:srgbClr val="FFFFFF"/>
                </a:solidFill>
              </a:rPr>
              <a:pPr algn="r">
                <a:defRPr/>
              </a:pPr>
              <a:t>‹#›</a:t>
            </a:fld>
            <a:endParaRPr lang="en-US" sz="1200" dirty="0">
              <a:solidFill>
                <a:srgbClr val="FFFFFF"/>
              </a:solidFill>
            </a:endParaRPr>
          </a:p>
        </p:txBody>
      </p:sp>
      <p:sp>
        <p:nvSpPr>
          <p:cNvPr id="7" name="Rectangle 6"/>
          <p:cNvSpPr/>
          <p:nvPr/>
        </p:nvSpPr>
        <p:spPr>
          <a:xfrm>
            <a:off x="11735042" y="6408234"/>
            <a:ext cx="456958" cy="456958"/>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cxnSp>
        <p:nvCxnSpPr>
          <p:cNvPr id="10" name="Straight Connector 9"/>
          <p:cNvCxnSpPr/>
          <p:nvPr/>
        </p:nvCxnSpPr>
        <p:spPr>
          <a:xfrm>
            <a:off x="540000" y="950121"/>
            <a:ext cx="11088000" cy="0"/>
          </a:xfrm>
          <a:prstGeom prst="line">
            <a:avLst/>
          </a:prstGeom>
          <a:ln w="63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61787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MAIN LAYOUT x2 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0000" y="468000"/>
            <a:ext cx="11088000" cy="800760"/>
          </a:xfrm>
        </p:spPr>
        <p:txBody>
          <a:bodyPr anchor="t" anchorCtr="0">
            <a:noAutofit/>
          </a:bodyPr>
          <a:lstStyle>
            <a:lvl1pPr>
              <a:lnSpc>
                <a:spcPts val="3000"/>
              </a:lnSpc>
              <a:defRPr sz="2800" b="1"/>
            </a:lvl1pPr>
          </a:lstStyle>
          <a:p>
            <a:r>
              <a:rPr lang="en-US" dirty="0"/>
              <a:t>Slide Title</a:t>
            </a:r>
            <a:br>
              <a:rPr lang="en-US" dirty="0"/>
            </a:br>
            <a:r>
              <a:rPr lang="en-US" dirty="0"/>
              <a:t>Slide Title</a:t>
            </a:r>
          </a:p>
        </p:txBody>
      </p:sp>
      <p:sp>
        <p:nvSpPr>
          <p:cNvPr id="5" name="Text Placeholder 4"/>
          <p:cNvSpPr>
            <a:spLocks noGrp="1"/>
          </p:cNvSpPr>
          <p:nvPr>
            <p:ph type="body" sz="quarter" idx="10" hasCustomPrompt="1"/>
          </p:nvPr>
        </p:nvSpPr>
        <p:spPr>
          <a:xfrm>
            <a:off x="540000" y="1440000"/>
            <a:ext cx="11088000" cy="4725304"/>
          </a:xfrm>
        </p:spPr>
        <p:txBody>
          <a:bodyPr wrap="square" lIns="0" tIns="0" rIns="0" bIns="0">
            <a:noAutofit/>
          </a:bodyPr>
          <a:lstStyle>
            <a:lvl1pPr marL="177800" indent="-177800">
              <a:buClr>
                <a:srgbClr val="ED7000"/>
              </a:buClr>
              <a:buFont typeface="Arial" panose="020B0604020202020204" pitchFamily="34" charset="0"/>
              <a:buChar char="•"/>
              <a:tabLst>
                <a:tab pos="177800" algn="l"/>
              </a:tabLst>
              <a:defRPr sz="1800" baseline="0">
                <a:solidFill>
                  <a:srgbClr val="222222"/>
                </a:solidFill>
              </a:defRPr>
            </a:lvl1pPr>
            <a:lvl2pPr marL="361950" indent="-180975">
              <a:buFont typeface="Arial" panose="020B0604020202020204" pitchFamily="34" charset="0"/>
              <a:buChar char="•"/>
              <a:defRPr/>
            </a:lvl2pPr>
            <a:lvl3pPr marL="536575" indent="-174625">
              <a:buFont typeface="Arial" panose="020B0604020202020204" pitchFamily="34" charset="0"/>
              <a:buChar char="•"/>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p:txBody>
      </p:sp>
      <p:sp>
        <p:nvSpPr>
          <p:cNvPr id="4" name="Rectangle 3"/>
          <p:cNvSpPr/>
          <p:nvPr/>
        </p:nvSpPr>
        <p:spPr>
          <a:xfrm>
            <a:off x="0" y="6408234"/>
            <a:ext cx="12192000" cy="456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Slide Number Placeholder 3"/>
          <p:cNvSpPr txBox="1">
            <a:spLocks/>
          </p:cNvSpPr>
          <p:nvPr/>
        </p:nvSpPr>
        <p:spPr>
          <a:xfrm>
            <a:off x="10670477" y="6491349"/>
            <a:ext cx="987552" cy="3643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3178CFF5-1EF5-4FDA-A119-3041D8D196A5}" type="slidenum">
              <a:rPr lang="en-US" sz="1200">
                <a:solidFill>
                  <a:srgbClr val="FFFFFF"/>
                </a:solidFill>
              </a:rPr>
              <a:pPr algn="r">
                <a:defRPr/>
              </a:pPr>
              <a:t>‹#›</a:t>
            </a:fld>
            <a:endParaRPr lang="en-US" sz="1200" dirty="0">
              <a:solidFill>
                <a:srgbClr val="FFFFFF"/>
              </a:solidFill>
            </a:endParaRPr>
          </a:p>
        </p:txBody>
      </p:sp>
      <p:sp>
        <p:nvSpPr>
          <p:cNvPr id="7" name="Rectangle 6"/>
          <p:cNvSpPr/>
          <p:nvPr/>
        </p:nvSpPr>
        <p:spPr>
          <a:xfrm>
            <a:off x="11735042" y="6408234"/>
            <a:ext cx="456958" cy="456958"/>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cxnSp>
        <p:nvCxnSpPr>
          <p:cNvPr id="10" name="Straight Connector 9"/>
          <p:cNvCxnSpPr/>
          <p:nvPr/>
        </p:nvCxnSpPr>
        <p:spPr>
          <a:xfrm>
            <a:off x="540000" y="1296000"/>
            <a:ext cx="11088000" cy="0"/>
          </a:xfrm>
          <a:prstGeom prst="line">
            <a:avLst/>
          </a:prstGeom>
          <a:ln w="6350">
            <a:solidFill>
              <a:srgbClr val="7069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9552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AIN LAYOUT +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0000" y="468000"/>
            <a:ext cx="11088000" cy="609600"/>
          </a:xfrm>
        </p:spPr>
        <p:txBody>
          <a:bodyPr anchor="t" anchorCtr="0">
            <a:noAutofit/>
          </a:bodyPr>
          <a:lstStyle>
            <a:lvl1pPr>
              <a:lnSpc>
                <a:spcPts val="3000"/>
              </a:lnSpc>
              <a:defRPr sz="2800" b="1"/>
            </a:lvl1pPr>
          </a:lstStyle>
          <a:p>
            <a:r>
              <a:rPr lang="en-US" dirty="0"/>
              <a:t>Slide Title</a:t>
            </a:r>
          </a:p>
        </p:txBody>
      </p:sp>
      <p:sp>
        <p:nvSpPr>
          <p:cNvPr id="5" name="Text Placeholder 4"/>
          <p:cNvSpPr>
            <a:spLocks noGrp="1"/>
          </p:cNvSpPr>
          <p:nvPr>
            <p:ph type="body" sz="quarter" idx="10" hasCustomPrompt="1"/>
          </p:nvPr>
        </p:nvSpPr>
        <p:spPr>
          <a:xfrm>
            <a:off x="540000" y="1440000"/>
            <a:ext cx="11088000" cy="4805722"/>
          </a:xfrm>
        </p:spPr>
        <p:txBody>
          <a:bodyPr wrap="square" lIns="0" tIns="0" rIns="0" bIns="0">
            <a:noAutofit/>
          </a:bodyPr>
          <a:lstStyle>
            <a:lvl1pPr marL="177800" indent="-177800">
              <a:buClr>
                <a:srgbClr val="ED7000"/>
              </a:buClr>
              <a:buFont typeface="Arial" panose="020B0604020202020204" pitchFamily="34" charset="0"/>
              <a:buChar char="•"/>
              <a:tabLst>
                <a:tab pos="177800" algn="l"/>
              </a:tabLst>
              <a:defRPr sz="1800" baseline="0">
                <a:solidFill>
                  <a:srgbClr val="222222"/>
                </a:solidFill>
              </a:defRPr>
            </a:lvl1pPr>
            <a:lvl2pPr marL="361950" indent="-180975">
              <a:buFont typeface="Arial" panose="020B0604020202020204" pitchFamily="34" charset="0"/>
              <a:buChar char="•"/>
              <a:defRPr/>
            </a:lvl2pPr>
            <a:lvl3pPr marL="536575" indent="-174625">
              <a:buFont typeface="Arial" panose="020B0604020202020204" pitchFamily="34" charset="0"/>
              <a:buChar char="•"/>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p:txBody>
      </p:sp>
      <p:sp>
        <p:nvSpPr>
          <p:cNvPr id="4" name="Rectangle 3"/>
          <p:cNvSpPr/>
          <p:nvPr/>
        </p:nvSpPr>
        <p:spPr>
          <a:xfrm>
            <a:off x="0" y="6408234"/>
            <a:ext cx="12192000" cy="456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Slide Number Placeholder 3"/>
          <p:cNvSpPr txBox="1">
            <a:spLocks/>
          </p:cNvSpPr>
          <p:nvPr/>
        </p:nvSpPr>
        <p:spPr>
          <a:xfrm>
            <a:off x="10670477" y="6491349"/>
            <a:ext cx="987552" cy="3643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3178CFF5-1EF5-4FDA-A119-3041D8D196A5}" type="slidenum">
              <a:rPr lang="en-US" sz="1200">
                <a:solidFill>
                  <a:srgbClr val="FFFFFF"/>
                </a:solidFill>
              </a:rPr>
              <a:pPr algn="r">
                <a:defRPr/>
              </a:pPr>
              <a:t>‹#›</a:t>
            </a:fld>
            <a:endParaRPr lang="en-US" sz="1200" dirty="0">
              <a:solidFill>
                <a:srgbClr val="FFFFFF"/>
              </a:solidFill>
            </a:endParaRPr>
          </a:p>
        </p:txBody>
      </p:sp>
      <p:sp>
        <p:nvSpPr>
          <p:cNvPr id="7" name="Rectangle 6"/>
          <p:cNvSpPr/>
          <p:nvPr/>
        </p:nvSpPr>
        <p:spPr>
          <a:xfrm>
            <a:off x="11735042" y="6408234"/>
            <a:ext cx="456958" cy="456958"/>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 name="Text Placeholder 7"/>
          <p:cNvSpPr>
            <a:spLocks noGrp="1"/>
          </p:cNvSpPr>
          <p:nvPr>
            <p:ph type="body" sz="quarter" idx="11" hasCustomPrompt="1"/>
          </p:nvPr>
        </p:nvSpPr>
        <p:spPr>
          <a:xfrm>
            <a:off x="540000" y="979527"/>
            <a:ext cx="11088000" cy="215801"/>
          </a:xfrm>
        </p:spPr>
        <p:txBody>
          <a:bodyPr>
            <a:noAutofit/>
          </a:bodyPr>
          <a:lstStyle>
            <a:lvl1pPr marL="0" indent="0">
              <a:buNone/>
              <a:defRPr sz="1600" b="1">
                <a:latin typeface="+mj-lt"/>
              </a:defRPr>
            </a:lvl1pPr>
            <a:lvl2pPr marL="177800" indent="0">
              <a:buNone/>
              <a:defRPr b="1">
                <a:latin typeface="+mj-lt"/>
              </a:defRPr>
            </a:lvl2pPr>
            <a:lvl3pPr marL="360363" indent="0">
              <a:buNone/>
              <a:defRPr b="1">
                <a:latin typeface="+mj-lt"/>
              </a:defRPr>
            </a:lvl3pPr>
            <a:lvl4pPr marL="1371600" indent="0">
              <a:buNone/>
              <a:defRPr b="1">
                <a:latin typeface="+mj-lt"/>
              </a:defRPr>
            </a:lvl4pPr>
            <a:lvl5pPr marL="1828800" indent="0">
              <a:buNone/>
              <a:defRPr b="1">
                <a:latin typeface="+mj-lt"/>
              </a:defRPr>
            </a:lvl5pPr>
          </a:lstStyle>
          <a:p>
            <a:pPr lvl="0"/>
            <a:r>
              <a:rPr lang="en-US" dirty="0" err="1"/>
              <a:t>Subheader</a:t>
            </a:r>
            <a:endParaRPr lang="en-US" dirty="0"/>
          </a:p>
        </p:txBody>
      </p:sp>
      <p:cxnSp>
        <p:nvCxnSpPr>
          <p:cNvPr id="10" name="Straight Connector 9"/>
          <p:cNvCxnSpPr/>
          <p:nvPr/>
        </p:nvCxnSpPr>
        <p:spPr>
          <a:xfrm>
            <a:off x="540000" y="1301613"/>
            <a:ext cx="11088000" cy="0"/>
          </a:xfrm>
          <a:prstGeom prst="line">
            <a:avLst/>
          </a:prstGeom>
          <a:ln w="6350">
            <a:solidFill>
              <a:srgbClr val="7069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4409829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Rectangle 2"/>
          <p:cNvSpPr/>
          <p:nvPr/>
        </p:nvSpPr>
        <p:spPr>
          <a:xfrm>
            <a:off x="0" y="0"/>
            <a:ext cx="1905000" cy="1905000"/>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p:cNvSpPr>
            <a:spLocks noGrp="1"/>
          </p:cNvSpPr>
          <p:nvPr>
            <p:ph type="title" hasCustomPrompt="1"/>
          </p:nvPr>
        </p:nvSpPr>
        <p:spPr>
          <a:xfrm>
            <a:off x="2743200" y="1162050"/>
            <a:ext cx="8686800" cy="563562"/>
          </a:xfrm>
        </p:spPr>
        <p:txBody>
          <a:bodyPr lIns="0" tIns="0" rIns="0" bIns="0">
            <a:normAutofit/>
          </a:bodyPr>
          <a:lstStyle>
            <a:lvl1pPr>
              <a:defRPr sz="4000">
                <a:solidFill>
                  <a:srgbClr val="ED7000"/>
                </a:solidFill>
              </a:defRPr>
            </a:lvl1pPr>
          </a:lstStyle>
          <a:p>
            <a:r>
              <a:rPr lang="en-US" dirty="0"/>
              <a:t>Title</a:t>
            </a:r>
          </a:p>
        </p:txBody>
      </p:sp>
      <p:sp>
        <p:nvSpPr>
          <p:cNvPr id="6" name="Text Placeholder 7"/>
          <p:cNvSpPr>
            <a:spLocks noGrp="1"/>
          </p:cNvSpPr>
          <p:nvPr>
            <p:ph type="body" sz="quarter" idx="10" hasCustomPrompt="1"/>
          </p:nvPr>
        </p:nvSpPr>
        <p:spPr>
          <a:xfrm>
            <a:off x="304800" y="385888"/>
            <a:ext cx="1447800" cy="1257300"/>
          </a:xfrm>
        </p:spPr>
        <p:txBody>
          <a:bodyPr lIns="0" tIns="0" rIns="0" bIns="0" anchor="b">
            <a:normAutofit/>
          </a:bodyPr>
          <a:lstStyle>
            <a:lvl1pPr marL="0" indent="0">
              <a:buNone/>
              <a:defRPr sz="1500">
                <a:solidFill>
                  <a:schemeClr val="bg1"/>
                </a:solidFill>
              </a:defRPr>
            </a:lvl1pPr>
          </a:lstStyle>
          <a:p>
            <a:pPr lvl="0"/>
            <a:r>
              <a:rPr lang="en-US" dirty="0"/>
              <a:t>Section Title</a:t>
            </a:r>
          </a:p>
        </p:txBody>
      </p:sp>
    </p:spTree>
    <p:extLst>
      <p:ext uri="{BB962C8B-B14F-4D97-AF65-F5344CB8AC3E}">
        <p14:creationId xmlns:p14="http://schemas.microsoft.com/office/powerpoint/2010/main" val="26690752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roject_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3400"/>
            <a:ext cx="5486400" cy="609600"/>
          </a:xfrm>
        </p:spPr>
        <p:txBody>
          <a:bodyPr/>
          <a:lstStyle>
            <a:lvl1pPr>
              <a:defRPr/>
            </a:lvl1pPr>
          </a:lstStyle>
          <a:p>
            <a:r>
              <a:rPr lang="en-US" dirty="0"/>
              <a:t>Slide Title</a:t>
            </a:r>
          </a:p>
        </p:txBody>
      </p:sp>
      <p:sp>
        <p:nvSpPr>
          <p:cNvPr id="5" name="Text Placeholder 4"/>
          <p:cNvSpPr>
            <a:spLocks noGrp="1"/>
          </p:cNvSpPr>
          <p:nvPr>
            <p:ph type="body" sz="quarter" idx="10" hasCustomPrompt="1"/>
          </p:nvPr>
        </p:nvSpPr>
        <p:spPr>
          <a:xfrm>
            <a:off x="609600" y="1447800"/>
            <a:ext cx="5486400" cy="4742506"/>
          </a:xfrm>
        </p:spPr>
        <p:txBody>
          <a:bodyPr wrap="square" lIns="0" tIns="0" rIns="0" bIns="0">
            <a:normAutofit/>
          </a:bodyPr>
          <a:lstStyle>
            <a:lvl1pPr marL="0" indent="0">
              <a:buFont typeface="Arial" panose="020B0604020202020204" pitchFamily="34" charset="0"/>
              <a:buNone/>
              <a:defRPr sz="1800" baseline="0"/>
            </a:lvl1pPr>
            <a:lvl2pPr marL="457200" indent="0">
              <a:buNone/>
              <a:defRPr/>
            </a:lvl2pPr>
            <a:lvl3pPr marL="914400" indent="0">
              <a:buNone/>
              <a:defRPr/>
            </a:lvl3pPr>
            <a:lvl4pPr marL="1371600" indent="0">
              <a:buNone/>
              <a:defRPr/>
            </a:lvl4pPr>
            <a:lvl5pPr marL="1828800" indent="0">
              <a:buNone/>
              <a:defRPr/>
            </a:lvl5pPr>
          </a:lstStyle>
          <a:p>
            <a:r>
              <a:rPr lang="en-US" dirty="0"/>
              <a:t>Short description or sentence can go here.</a:t>
            </a:r>
          </a:p>
          <a:p>
            <a:endParaRPr lang="en-US" dirty="0"/>
          </a:p>
          <a:p>
            <a:r>
              <a:rPr lang="en-US" dirty="0">
                <a:solidFill>
                  <a:srgbClr val="ED7000"/>
                </a:solidFill>
              </a:rPr>
              <a:t>Sub title</a:t>
            </a:r>
          </a:p>
          <a:p>
            <a:pPr marL="342900" indent="-342900">
              <a:buFont typeface="Arial" panose="020B0604020202020204" pitchFamily="34" charset="0"/>
              <a:buChar char="•"/>
            </a:pPr>
            <a:r>
              <a:rPr lang="en-US" dirty="0"/>
              <a:t>We can’t completely avoid bullet points</a:t>
            </a:r>
          </a:p>
          <a:p>
            <a:pPr marL="342900" indent="-342900">
              <a:buFont typeface="Arial" panose="020B0604020202020204" pitchFamily="34" charset="0"/>
              <a:buChar char="•"/>
            </a:pPr>
            <a:r>
              <a:rPr lang="en-US" dirty="0"/>
              <a:t>So if we must use them, this is the layout to use</a:t>
            </a:r>
          </a:p>
          <a:p>
            <a:pPr marL="342900" indent="-342900">
              <a:buFont typeface="Arial" panose="020B0604020202020204" pitchFamily="34" charset="0"/>
              <a:buChar char="•"/>
            </a:pPr>
            <a:r>
              <a:rPr lang="en-US" dirty="0"/>
              <a:t>Notice that there is no more than 5 bullet points on the slide.</a:t>
            </a:r>
          </a:p>
          <a:p>
            <a:endParaRPr lang="en-US" dirty="0"/>
          </a:p>
          <a:p>
            <a:r>
              <a:rPr lang="en-US" dirty="0">
                <a:solidFill>
                  <a:srgbClr val="ED7000"/>
                </a:solidFill>
              </a:rPr>
              <a:t>More Tips</a:t>
            </a:r>
          </a:p>
          <a:p>
            <a:pPr marL="342900" indent="-342900">
              <a:buFont typeface="Arial" panose="020B0604020202020204" pitchFamily="34" charset="0"/>
              <a:buChar char="•"/>
            </a:pPr>
            <a:r>
              <a:rPr lang="en-US" dirty="0"/>
              <a:t>Keep them brief and supportive of what you’re saying</a:t>
            </a:r>
          </a:p>
          <a:p>
            <a:pPr marL="342900" indent="-342900">
              <a:buFont typeface="Arial" panose="020B0604020202020204" pitchFamily="34" charset="0"/>
              <a:buChar char="•"/>
            </a:pPr>
            <a:r>
              <a:rPr lang="en-US" dirty="0"/>
              <a:t>We want the audience to watch/listen to you, not read the screen</a:t>
            </a:r>
          </a:p>
        </p:txBody>
      </p:sp>
      <p:sp>
        <p:nvSpPr>
          <p:cNvPr id="7" name="Picture Placeholder 6"/>
          <p:cNvSpPr>
            <a:spLocks noGrp="1"/>
          </p:cNvSpPr>
          <p:nvPr>
            <p:ph type="pic" sz="quarter" idx="11"/>
          </p:nvPr>
        </p:nvSpPr>
        <p:spPr>
          <a:xfrm>
            <a:off x="6705600" y="689617"/>
            <a:ext cx="5486400" cy="54864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37246528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roject_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24600" y="533400"/>
            <a:ext cx="5486400" cy="609600"/>
          </a:xfrm>
        </p:spPr>
        <p:txBody>
          <a:bodyPr/>
          <a:lstStyle>
            <a:lvl1pPr>
              <a:defRPr/>
            </a:lvl1pPr>
          </a:lstStyle>
          <a:p>
            <a:r>
              <a:rPr lang="en-US" dirty="0"/>
              <a:t>Slide Title</a:t>
            </a:r>
          </a:p>
        </p:txBody>
      </p:sp>
      <p:sp>
        <p:nvSpPr>
          <p:cNvPr id="5" name="Text Placeholder 4"/>
          <p:cNvSpPr>
            <a:spLocks noGrp="1"/>
          </p:cNvSpPr>
          <p:nvPr>
            <p:ph type="body" sz="quarter" idx="10" hasCustomPrompt="1"/>
          </p:nvPr>
        </p:nvSpPr>
        <p:spPr>
          <a:xfrm>
            <a:off x="6324600" y="1447800"/>
            <a:ext cx="5486400" cy="4742506"/>
          </a:xfrm>
        </p:spPr>
        <p:txBody>
          <a:bodyPr wrap="square" lIns="0" tIns="0" rIns="0" bIns="0">
            <a:normAutofit/>
          </a:bodyPr>
          <a:lstStyle>
            <a:lvl1pPr marL="0" indent="0">
              <a:buNone/>
              <a:defRPr sz="21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Short description. We want the audience to watch/listen to you, not read the screen.</a:t>
            </a:r>
          </a:p>
        </p:txBody>
      </p:sp>
      <p:sp>
        <p:nvSpPr>
          <p:cNvPr id="7" name="Picture Placeholder 6"/>
          <p:cNvSpPr>
            <a:spLocks noGrp="1"/>
          </p:cNvSpPr>
          <p:nvPr>
            <p:ph type="pic" sz="quarter" idx="11"/>
          </p:nvPr>
        </p:nvSpPr>
        <p:spPr>
          <a:xfrm>
            <a:off x="0" y="686758"/>
            <a:ext cx="5486400" cy="54864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11430490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mage Background">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8580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34935909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902751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4E0CD-4365-4B67-8640-67BDFB120A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F95B85-0F9A-4FA9-9672-76C0C6D1C4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353C45-D349-4B25-B4F9-3DCE4D593B3F}"/>
              </a:ext>
            </a:extLst>
          </p:cNvPr>
          <p:cNvSpPr>
            <a:spLocks noGrp="1"/>
          </p:cNvSpPr>
          <p:nvPr>
            <p:ph type="dt" sz="half" idx="10"/>
          </p:nvPr>
        </p:nvSpPr>
        <p:spPr/>
        <p:txBody>
          <a:bodyPr/>
          <a:lstStyle/>
          <a:p>
            <a:fld id="{C219109B-EBF1-44A8-936E-93DD596C80C1}" type="datetimeFigureOut">
              <a:rPr lang="en-GB" smtClean="0"/>
              <a:t>10/11/2025</a:t>
            </a:fld>
            <a:endParaRPr lang="en-GB"/>
          </a:p>
        </p:txBody>
      </p:sp>
      <p:sp>
        <p:nvSpPr>
          <p:cNvPr id="5" name="Footer Placeholder 4">
            <a:extLst>
              <a:ext uri="{FF2B5EF4-FFF2-40B4-BE49-F238E27FC236}">
                <a16:creationId xmlns:a16="http://schemas.microsoft.com/office/drawing/2014/main" id="{16711EF4-4EE7-412D-819E-BE5901E256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B5B07F9-682C-4940-913E-B4BC381820A1}"/>
              </a:ext>
            </a:extLst>
          </p:cNvPr>
          <p:cNvSpPr>
            <a:spLocks noGrp="1"/>
          </p:cNvSpPr>
          <p:nvPr>
            <p:ph type="sldNum" sz="quarter" idx="12"/>
          </p:nvPr>
        </p:nvSpPr>
        <p:spPr/>
        <p:txBody>
          <a:bodyPr/>
          <a:lstStyle/>
          <a:p>
            <a:fld id="{4492E8ED-3D86-4F42-BF2F-64DDA9BAED5C}" type="slidenum">
              <a:rPr lang="en-GB" smtClean="0"/>
              <a:t>‹#›</a:t>
            </a:fld>
            <a:endParaRPr lang="en-GB"/>
          </a:p>
        </p:txBody>
      </p:sp>
    </p:spTree>
    <p:extLst>
      <p:ext uri="{BB962C8B-B14F-4D97-AF65-F5344CB8AC3E}">
        <p14:creationId xmlns:p14="http://schemas.microsoft.com/office/powerpoint/2010/main" val="21107176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OUBLE TITLE">
    <p:spTree>
      <p:nvGrpSpPr>
        <p:cNvPr id="1" name=""/>
        <p:cNvGrpSpPr/>
        <p:nvPr/>
      </p:nvGrpSpPr>
      <p:grpSpPr>
        <a:xfrm>
          <a:off x="0" y="0"/>
          <a:ext cx="0" cy="0"/>
          <a:chOff x="0" y="0"/>
          <a:chExt cx="0" cy="0"/>
        </a:xfrm>
      </p:grpSpPr>
      <p:sp>
        <p:nvSpPr>
          <p:cNvPr id="4" name="Rectangle 22"/>
          <p:cNvSpPr/>
          <p:nvPr/>
        </p:nvSpPr>
        <p:spPr>
          <a:xfrm>
            <a:off x="0" y="640715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srgbClr val="FFFFFF"/>
              </a:solidFill>
            </a:endParaRPr>
          </a:p>
        </p:txBody>
      </p:sp>
      <p:sp>
        <p:nvSpPr>
          <p:cNvPr id="9" name="Rectangle 22">
            <a:extLst>
              <a:ext uri="{FF2B5EF4-FFF2-40B4-BE49-F238E27FC236}">
                <a16:creationId xmlns:a16="http://schemas.microsoft.com/office/drawing/2014/main" id="{C1BC07BB-6998-465B-BF15-D33E8C088281}"/>
              </a:ext>
            </a:extLst>
          </p:cNvPr>
          <p:cNvSpPr/>
          <p:nvPr/>
        </p:nvSpPr>
        <p:spPr>
          <a:xfrm>
            <a:off x="0" y="6407150"/>
            <a:ext cx="12192000" cy="4572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srgbClr val="FFFFFF"/>
              </a:solidFill>
            </a:endParaRPr>
          </a:p>
        </p:txBody>
      </p:sp>
      <p:sp>
        <p:nvSpPr>
          <p:cNvPr id="10" name="Rectangle 23">
            <a:extLst>
              <a:ext uri="{FF2B5EF4-FFF2-40B4-BE49-F238E27FC236}">
                <a16:creationId xmlns:a16="http://schemas.microsoft.com/office/drawing/2014/main" id="{F4152CAD-7D2F-4913-8941-0CD76F1A37D2}"/>
              </a:ext>
            </a:extLst>
          </p:cNvPr>
          <p:cNvSpPr/>
          <p:nvPr/>
        </p:nvSpPr>
        <p:spPr>
          <a:xfrm>
            <a:off x="11734800" y="6407150"/>
            <a:ext cx="457200" cy="457200"/>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dirty="0">
              <a:solidFill>
                <a:srgbClr val="FFFFFF"/>
              </a:solidFill>
            </a:endParaRPr>
          </a:p>
        </p:txBody>
      </p:sp>
      <p:sp>
        <p:nvSpPr>
          <p:cNvPr id="11" name="Slide Number Placeholder 3">
            <a:extLst>
              <a:ext uri="{FF2B5EF4-FFF2-40B4-BE49-F238E27FC236}">
                <a16:creationId xmlns:a16="http://schemas.microsoft.com/office/drawing/2014/main" id="{AD051F94-BF4F-412D-8D5A-94E9E9079280}"/>
              </a:ext>
            </a:extLst>
          </p:cNvPr>
          <p:cNvSpPr txBox="1">
            <a:spLocks/>
          </p:cNvSpPr>
          <p:nvPr/>
        </p:nvSpPr>
        <p:spPr>
          <a:xfrm>
            <a:off x="10671175" y="6491288"/>
            <a:ext cx="987425" cy="363537"/>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fontAlgn="auto">
              <a:spcBef>
                <a:spcPts val="0"/>
              </a:spcBef>
              <a:spcAft>
                <a:spcPts val="0"/>
              </a:spcAft>
              <a:defRPr/>
            </a:pPr>
            <a:fld id="{62D3F2D5-CE7E-4BD9-84A3-3590A5AEA1E5}" type="slidenum">
              <a:rPr lang="en-US" sz="1200">
                <a:solidFill>
                  <a:schemeClr val="bg1"/>
                </a:solidFill>
              </a:rPr>
              <a:pPr algn="r" fontAlgn="auto">
                <a:spcBef>
                  <a:spcPts val="0"/>
                </a:spcBef>
                <a:spcAft>
                  <a:spcPts val="0"/>
                </a:spcAft>
                <a:defRPr/>
              </a:pPr>
              <a:t>‹#›</a:t>
            </a:fld>
            <a:endParaRPr lang="en-US" sz="1200" dirty="0">
              <a:solidFill>
                <a:schemeClr val="bg1"/>
              </a:solidFill>
            </a:endParaRPr>
          </a:p>
        </p:txBody>
      </p:sp>
      <p:cxnSp>
        <p:nvCxnSpPr>
          <p:cNvPr id="12" name="Straight Connector 25">
            <a:extLst>
              <a:ext uri="{FF2B5EF4-FFF2-40B4-BE49-F238E27FC236}">
                <a16:creationId xmlns:a16="http://schemas.microsoft.com/office/drawing/2014/main" id="{5F880C26-7AB9-47CE-A01D-FC5C517B559C}"/>
              </a:ext>
            </a:extLst>
          </p:cNvPr>
          <p:cNvCxnSpPr/>
          <p:nvPr/>
        </p:nvCxnSpPr>
        <p:spPr>
          <a:xfrm>
            <a:off x="430212" y="1124744"/>
            <a:ext cx="11304588" cy="0"/>
          </a:xfrm>
          <a:prstGeom prst="line">
            <a:avLst/>
          </a:prstGeom>
          <a:ln w="6350">
            <a:solidFill>
              <a:srgbClr val="222222"/>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575ADADE-53CA-42BE-855D-F1EBD62644D3}"/>
              </a:ext>
            </a:extLst>
          </p:cNvPr>
          <p:cNvSpPr>
            <a:spLocks noGrp="1"/>
          </p:cNvSpPr>
          <p:nvPr>
            <p:ph type="title" hasCustomPrompt="1"/>
          </p:nvPr>
        </p:nvSpPr>
        <p:spPr>
          <a:xfrm>
            <a:off x="430212" y="324000"/>
            <a:ext cx="11303042" cy="427038"/>
          </a:xfrm>
          <a:prstGeom prst="rect">
            <a:avLst/>
          </a:prstGeom>
        </p:spPr>
        <p:txBody>
          <a:bodyPr>
            <a:noAutofit/>
          </a:bodyPr>
          <a:lstStyle>
            <a:lvl1pPr algn="l">
              <a:lnSpc>
                <a:spcPts val="2800"/>
              </a:lnSpc>
              <a:defRPr sz="2600" b="1">
                <a:solidFill>
                  <a:srgbClr val="ED7000"/>
                </a:solidFill>
              </a:defRPr>
            </a:lvl1pPr>
          </a:lstStyle>
          <a:p>
            <a:r>
              <a:rPr lang="en-US" dirty="0"/>
              <a:t>Click to edit Master title style</a:t>
            </a:r>
            <a:br>
              <a:rPr lang="en-US" dirty="0"/>
            </a:br>
            <a:r>
              <a:rPr lang="en-US" dirty="0"/>
              <a:t>Click to edit Master title style</a:t>
            </a:r>
            <a:endParaRPr lang="en-GB" dirty="0"/>
          </a:p>
        </p:txBody>
      </p:sp>
      <p:sp>
        <p:nvSpPr>
          <p:cNvPr id="14" name="Content Placeholder 2">
            <a:extLst>
              <a:ext uri="{FF2B5EF4-FFF2-40B4-BE49-F238E27FC236}">
                <a16:creationId xmlns:a16="http://schemas.microsoft.com/office/drawing/2014/main" id="{9AF1E227-E9ED-4E01-B2A0-5CC88567339E}"/>
              </a:ext>
            </a:extLst>
          </p:cNvPr>
          <p:cNvSpPr>
            <a:spLocks noGrp="1"/>
          </p:cNvSpPr>
          <p:nvPr>
            <p:ph idx="1"/>
          </p:nvPr>
        </p:nvSpPr>
        <p:spPr>
          <a:xfrm>
            <a:off x="444479" y="1301027"/>
            <a:ext cx="11303042" cy="4582581"/>
          </a:xfrm>
        </p:spPr>
        <p:txBody>
          <a:bodyPr>
            <a:normAutofit/>
          </a:bodyPr>
          <a:lstStyle>
            <a:lvl1pPr marL="0" indent="0">
              <a:spcBef>
                <a:spcPts val="0"/>
              </a:spcBef>
              <a:spcAft>
                <a:spcPts val="600"/>
              </a:spcAft>
              <a:buClr>
                <a:srgbClr val="ED7000"/>
              </a:buClr>
              <a:buNone/>
              <a:defRPr sz="1800" b="1">
                <a:solidFill>
                  <a:srgbClr val="222222"/>
                </a:solidFill>
                <a:latin typeface="+mj-lt"/>
                <a:cs typeface="Arial" panose="020B0604020202020204" pitchFamily="34" charset="0"/>
              </a:defRPr>
            </a:lvl1pPr>
            <a:lvl2pPr marL="179388" indent="-179388">
              <a:spcBef>
                <a:spcPts val="0"/>
              </a:spcBef>
              <a:spcAft>
                <a:spcPts val="600"/>
              </a:spcAft>
              <a:buClr>
                <a:srgbClr val="ED7000"/>
              </a:buClr>
              <a:buFont typeface="Arial" panose="020B0604020202020204" pitchFamily="34" charset="0"/>
              <a:buChar char="•"/>
              <a:defRPr sz="1800">
                <a:solidFill>
                  <a:srgbClr val="222222"/>
                </a:solidFill>
                <a:latin typeface="Arial" panose="020B0604020202020204" pitchFamily="34" charset="0"/>
                <a:cs typeface="Arial" panose="020B0604020202020204" pitchFamily="34" charset="0"/>
              </a:defRPr>
            </a:lvl2pPr>
            <a:lvl3pPr marL="357188" indent="-177800">
              <a:spcBef>
                <a:spcPts val="0"/>
              </a:spcBef>
              <a:spcAft>
                <a:spcPts val="600"/>
              </a:spcAft>
              <a:buClr>
                <a:srgbClr val="ED7000"/>
              </a:buClr>
              <a:defRPr sz="1800">
                <a:solidFill>
                  <a:srgbClr val="222222"/>
                </a:solidFill>
                <a:latin typeface="Arial" panose="020B0604020202020204" pitchFamily="34" charset="0"/>
                <a:cs typeface="Arial" panose="020B0604020202020204" pitchFamily="34" charset="0"/>
              </a:defRPr>
            </a:lvl3pPr>
            <a:lvl4pPr marL="536575" indent="-179388">
              <a:spcBef>
                <a:spcPts val="0"/>
              </a:spcBef>
              <a:spcAft>
                <a:spcPts val="600"/>
              </a:spcAft>
              <a:buClr>
                <a:srgbClr val="ED7000"/>
              </a:buClr>
              <a:buFont typeface="Arial" panose="020B0604020202020204" pitchFamily="34" charset="0"/>
              <a:buChar char="•"/>
              <a:defRPr sz="1800">
                <a:solidFill>
                  <a:srgbClr val="222222"/>
                </a:solidFill>
                <a:latin typeface="Arial" panose="020B0604020202020204" pitchFamily="34" charset="0"/>
                <a:cs typeface="Arial" panose="020B0604020202020204" pitchFamily="34" charset="0"/>
              </a:defRPr>
            </a:lvl4pPr>
            <a:lvl5pPr marL="714375" indent="-177800">
              <a:spcBef>
                <a:spcPts val="0"/>
              </a:spcBef>
              <a:spcAft>
                <a:spcPts val="600"/>
              </a:spcAft>
              <a:buClr>
                <a:srgbClr val="ED7000"/>
              </a:buClr>
              <a:buFont typeface="Arial" panose="020B0604020202020204" pitchFamily="34" charset="0"/>
              <a:buChar char="•"/>
              <a:defRPr sz="1800">
                <a:solidFill>
                  <a:srgbClr val="222222"/>
                </a:solidFill>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pic>
        <p:nvPicPr>
          <p:cNvPr id="19" name="Picture 18">
            <a:extLst>
              <a:ext uri="{FF2B5EF4-FFF2-40B4-BE49-F238E27FC236}">
                <a16:creationId xmlns:a16="http://schemas.microsoft.com/office/drawing/2014/main" id="{0E25DCF2-22B5-4AD3-A24B-679D0E978E1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94396" y="314475"/>
            <a:ext cx="1557604" cy="413364"/>
          </a:xfrm>
          <a:prstGeom prst="rect">
            <a:avLst/>
          </a:prstGeom>
        </p:spPr>
      </p:pic>
    </p:spTree>
    <p:extLst>
      <p:ext uri="{BB962C8B-B14F-4D97-AF65-F5344CB8AC3E}">
        <p14:creationId xmlns:p14="http://schemas.microsoft.com/office/powerpoint/2010/main" val="3994413245"/>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_No Image">
    <p:spTree>
      <p:nvGrpSpPr>
        <p:cNvPr id="1" name=""/>
        <p:cNvGrpSpPr/>
        <p:nvPr/>
      </p:nvGrpSpPr>
      <p:grpSpPr>
        <a:xfrm>
          <a:off x="0" y="0"/>
          <a:ext cx="0" cy="0"/>
          <a:chOff x="0" y="0"/>
          <a:chExt cx="0" cy="0"/>
        </a:xfrm>
      </p:grpSpPr>
      <p:sp>
        <p:nvSpPr>
          <p:cNvPr id="6" name="Rectangle 5"/>
          <p:cNvSpPr/>
          <p:nvPr/>
        </p:nvSpPr>
        <p:spPr>
          <a:xfrm>
            <a:off x="3462528" y="1447800"/>
            <a:ext cx="8729472" cy="5410200"/>
          </a:xfrm>
          <a:prstGeom prst="rect">
            <a:avLst/>
          </a:prstGeom>
          <a:solidFill>
            <a:srgbClr val="221F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191000" y="5837493"/>
            <a:ext cx="1527048" cy="405775"/>
          </a:xfrm>
          <a:prstGeom prst="rect">
            <a:avLst/>
          </a:prstGeom>
        </p:spPr>
      </p:pic>
      <p:sp>
        <p:nvSpPr>
          <p:cNvPr id="2" name="Title 1"/>
          <p:cNvSpPr>
            <a:spLocks noGrp="1"/>
          </p:cNvSpPr>
          <p:nvPr>
            <p:ph type="title" hasCustomPrompt="1"/>
          </p:nvPr>
        </p:nvSpPr>
        <p:spPr>
          <a:xfrm>
            <a:off x="4216400" y="3657600"/>
            <a:ext cx="5565648" cy="457200"/>
          </a:xfrm>
        </p:spPr>
        <p:txBody>
          <a:bodyPr>
            <a:normAutofit/>
          </a:bodyPr>
          <a:lstStyle>
            <a:lvl1pPr>
              <a:defRPr sz="2000"/>
            </a:lvl1pPr>
          </a:lstStyle>
          <a:p>
            <a:r>
              <a:rPr lang="en-US" dirty="0"/>
              <a:t>Presentation Title</a:t>
            </a:r>
          </a:p>
        </p:txBody>
      </p:sp>
      <p:sp>
        <p:nvSpPr>
          <p:cNvPr id="8" name="Text Placeholder 7"/>
          <p:cNvSpPr>
            <a:spLocks noGrp="1"/>
          </p:cNvSpPr>
          <p:nvPr>
            <p:ph type="body" sz="quarter" idx="10" hasCustomPrompt="1"/>
          </p:nvPr>
        </p:nvSpPr>
        <p:spPr>
          <a:xfrm>
            <a:off x="4191000" y="4267200"/>
            <a:ext cx="5565648" cy="762000"/>
          </a:xfrm>
        </p:spPr>
        <p:txBody>
          <a:bodyPr lIns="0" tIns="0" rIns="0" bIns="0">
            <a:noAutofit/>
          </a:bodyPr>
          <a:lstStyle>
            <a:lvl1pPr marL="0" indent="0">
              <a:buNone/>
              <a:defRPr sz="4000">
                <a:solidFill>
                  <a:schemeClr val="bg1"/>
                </a:solidFill>
              </a:defRPr>
            </a:lvl1pPr>
            <a:lvl2pPr marL="457200" indent="0">
              <a:buNone/>
              <a:defRPr sz="4000">
                <a:solidFill>
                  <a:schemeClr val="bg1"/>
                </a:solidFill>
              </a:defRPr>
            </a:lvl2pPr>
            <a:lvl3pPr marL="914400" indent="0">
              <a:buNone/>
              <a:defRPr sz="4000">
                <a:solidFill>
                  <a:schemeClr val="bg1"/>
                </a:solidFill>
              </a:defRPr>
            </a:lvl3pPr>
            <a:lvl4pPr marL="1371600" indent="0">
              <a:buNone/>
              <a:defRPr sz="4000">
                <a:solidFill>
                  <a:schemeClr val="bg1"/>
                </a:solidFill>
              </a:defRPr>
            </a:lvl4pPr>
            <a:lvl5pPr marL="1828800" indent="0">
              <a:buNone/>
              <a:defRPr sz="4000">
                <a:solidFill>
                  <a:schemeClr val="bg1"/>
                </a:solidFill>
              </a:defRPr>
            </a:lvl5pPr>
          </a:lstStyle>
          <a:p>
            <a:pPr lvl="0"/>
            <a:r>
              <a:rPr lang="en-US" dirty="0"/>
              <a:t>Presentation Topic</a:t>
            </a:r>
          </a:p>
        </p:txBody>
      </p:sp>
    </p:spTree>
    <p:extLst>
      <p:ext uri="{BB962C8B-B14F-4D97-AF65-F5344CB8AC3E}">
        <p14:creationId xmlns:p14="http://schemas.microsoft.com/office/powerpoint/2010/main" val="276699140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tart_with image">
    <p:bg>
      <p:bgPr>
        <a:solidFill>
          <a:schemeClr val="bg1"/>
        </a:solidFill>
        <a:effectLst/>
      </p:bgPr>
    </p:bg>
    <p:spTree>
      <p:nvGrpSpPr>
        <p:cNvPr id="1" name=""/>
        <p:cNvGrpSpPr/>
        <p:nvPr/>
      </p:nvGrpSpPr>
      <p:grpSpPr>
        <a:xfrm>
          <a:off x="0" y="0"/>
          <a:ext cx="0" cy="0"/>
          <a:chOff x="0" y="0"/>
          <a:chExt cx="0" cy="0"/>
        </a:xfrm>
      </p:grpSpPr>
      <p:sp>
        <p:nvSpPr>
          <p:cNvPr id="8" name="Picture Placeholder 7"/>
          <p:cNvSpPr>
            <a:spLocks noGrp="1"/>
          </p:cNvSpPr>
          <p:nvPr>
            <p:ph type="pic" sz="quarter" idx="10"/>
          </p:nvPr>
        </p:nvSpPr>
        <p:spPr>
          <a:xfrm>
            <a:off x="0" y="0"/>
            <a:ext cx="5390315" cy="68580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10127883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afety Moment">
    <p:spTree>
      <p:nvGrpSpPr>
        <p:cNvPr id="1" name=""/>
        <p:cNvGrpSpPr/>
        <p:nvPr/>
      </p:nvGrpSpPr>
      <p:grpSpPr>
        <a:xfrm>
          <a:off x="0" y="0"/>
          <a:ext cx="0" cy="0"/>
          <a:chOff x="0" y="0"/>
          <a:chExt cx="0" cy="0"/>
        </a:xfrm>
      </p:grpSpPr>
      <p:sp>
        <p:nvSpPr>
          <p:cNvPr id="3" name="Rectangle 2"/>
          <p:cNvSpPr/>
          <p:nvPr/>
        </p:nvSpPr>
        <p:spPr>
          <a:xfrm>
            <a:off x="0" y="1112934"/>
            <a:ext cx="3462528" cy="3465576"/>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p:cNvSpPr txBox="1">
            <a:spLocks/>
          </p:cNvSpPr>
          <p:nvPr/>
        </p:nvSpPr>
        <p:spPr>
          <a:xfrm>
            <a:off x="455676" y="2827394"/>
            <a:ext cx="2362200" cy="1203211"/>
          </a:xfrm>
          <a:prstGeom prst="rect">
            <a:avLst/>
          </a:prstGeom>
          <a:noFill/>
        </p:spPr>
        <p:txBody>
          <a:bodyPr vert="horz" lIns="0" tIns="0" rIns="0" bIns="0" rtlCol="0" anchor="t">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100000"/>
              </a:lnSpc>
            </a:pPr>
            <a:r>
              <a:rPr lang="en-US" sz="4500" dirty="0">
                <a:solidFill>
                  <a:srgbClr val="ED7000"/>
                </a:solidFill>
              </a:rPr>
              <a:t>Safety</a:t>
            </a:r>
            <a:r>
              <a:rPr lang="en-US" sz="4500" dirty="0">
                <a:solidFill>
                  <a:schemeClr val="bg1"/>
                </a:solidFill>
              </a:rPr>
              <a:t> </a:t>
            </a:r>
            <a:br>
              <a:rPr lang="en-US" sz="4500" dirty="0">
                <a:solidFill>
                  <a:schemeClr val="bg1"/>
                </a:solidFill>
              </a:rPr>
            </a:br>
            <a:r>
              <a:rPr lang="en-US" sz="4500" dirty="0">
                <a:solidFill>
                  <a:schemeClr val="bg1"/>
                </a:solidFill>
              </a:rPr>
              <a:t>Moment</a:t>
            </a:r>
          </a:p>
        </p:txBody>
      </p:sp>
      <p:sp>
        <p:nvSpPr>
          <p:cNvPr id="6" name="Picture Placeholder 5"/>
          <p:cNvSpPr>
            <a:spLocks noGrp="1"/>
          </p:cNvSpPr>
          <p:nvPr>
            <p:ph type="pic" sz="quarter" idx="10"/>
          </p:nvPr>
        </p:nvSpPr>
        <p:spPr>
          <a:xfrm>
            <a:off x="3462528" y="0"/>
            <a:ext cx="8729472" cy="68580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168667088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8" name="Text Placeholder 7"/>
          <p:cNvSpPr>
            <a:spLocks noGrp="1"/>
          </p:cNvSpPr>
          <p:nvPr>
            <p:ph type="body" sz="quarter" idx="11" hasCustomPrompt="1"/>
          </p:nvPr>
        </p:nvSpPr>
        <p:spPr>
          <a:xfrm>
            <a:off x="7848600" y="1524000"/>
            <a:ext cx="3238500" cy="800100"/>
          </a:xfrm>
        </p:spPr>
        <p:txBody>
          <a:bodyPr lIns="0" tIns="0" rIns="0" bIns="0" anchor="b">
            <a:noAutofit/>
          </a:bodyPr>
          <a:lstStyle>
            <a:lvl1pPr marL="0" indent="0">
              <a:buNone/>
              <a:defRPr sz="4000">
                <a:solidFill>
                  <a:srgbClr val="ED7000"/>
                </a:solidFill>
                <a:latin typeface="+mj-lt"/>
              </a:defRPr>
            </a:lvl1pPr>
          </a:lstStyle>
          <a:p>
            <a:pPr lvl="0"/>
            <a:r>
              <a:rPr lang="en-US" dirty="0"/>
              <a:t>Agenda</a:t>
            </a:r>
          </a:p>
        </p:txBody>
      </p:sp>
      <p:sp>
        <p:nvSpPr>
          <p:cNvPr id="11" name="Text Placeholder 10"/>
          <p:cNvSpPr>
            <a:spLocks noGrp="1"/>
          </p:cNvSpPr>
          <p:nvPr>
            <p:ph type="body" sz="quarter" idx="12" hasCustomPrompt="1"/>
          </p:nvPr>
        </p:nvSpPr>
        <p:spPr>
          <a:xfrm>
            <a:off x="7848600" y="2590800"/>
            <a:ext cx="3238500" cy="2819400"/>
          </a:xfrm>
        </p:spPr>
        <p:txBody>
          <a:bodyPr lIns="0" tIns="0" rIns="0" bIns="0">
            <a:noAutofit/>
          </a:bodyPr>
          <a:lstStyle>
            <a:lvl1pPr marL="400050" indent="-400050">
              <a:buFont typeface="+mj-lt"/>
              <a:buAutoNum type="arabicPeriod"/>
              <a:defRPr sz="2000"/>
            </a:lvl1pPr>
          </a:lstStyle>
          <a:p>
            <a:pPr lvl="0"/>
            <a:r>
              <a:rPr lang="en-US" dirty="0"/>
              <a:t>Section title one basic charts and graphs</a:t>
            </a:r>
          </a:p>
          <a:p>
            <a:pPr lvl="0"/>
            <a:r>
              <a:rPr lang="en-US" dirty="0"/>
              <a:t>Section title two bullet points and images</a:t>
            </a:r>
          </a:p>
          <a:p>
            <a:pPr lvl="0"/>
            <a:r>
              <a:rPr lang="en-US" dirty="0"/>
              <a:t>Section title three</a:t>
            </a:r>
          </a:p>
          <a:p>
            <a:pPr lvl="0"/>
            <a:r>
              <a:rPr lang="en-US" dirty="0"/>
              <a:t>Section title four</a:t>
            </a:r>
          </a:p>
          <a:p>
            <a:pPr lvl="0"/>
            <a:r>
              <a:rPr lang="en-US" dirty="0"/>
              <a:t>Section title five</a:t>
            </a:r>
          </a:p>
        </p:txBody>
      </p:sp>
    </p:spTree>
    <p:extLst>
      <p:ext uri="{BB962C8B-B14F-4D97-AF65-F5344CB8AC3E}">
        <p14:creationId xmlns:p14="http://schemas.microsoft.com/office/powerpoint/2010/main" val="11965473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ection Start">
    <p:bg>
      <p:bgPr>
        <a:solidFill>
          <a:srgbClr val="222222"/>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23392" y="5589240"/>
            <a:ext cx="10945216" cy="774699"/>
          </a:xfrm>
        </p:spPr>
        <p:txBody>
          <a:bodyPr anchor="b"/>
          <a:lstStyle>
            <a:lvl1pPr algn="l">
              <a:defRPr sz="3200" b="1" cap="none">
                <a:solidFill>
                  <a:schemeClr val="bg1"/>
                </a:solidFill>
              </a:defRPr>
            </a:lvl1pPr>
          </a:lstStyle>
          <a:p>
            <a:r>
              <a:rPr lang="en-US" dirty="0"/>
              <a:t>Section Topic</a:t>
            </a:r>
          </a:p>
        </p:txBody>
      </p:sp>
    </p:spTree>
    <p:extLst>
      <p:ext uri="{BB962C8B-B14F-4D97-AF65-F5344CB8AC3E}">
        <p14:creationId xmlns:p14="http://schemas.microsoft.com/office/powerpoint/2010/main" val="29698148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4" name="Rectangle 3"/>
          <p:cNvSpPr/>
          <p:nvPr/>
        </p:nvSpPr>
        <p:spPr>
          <a:xfrm>
            <a:off x="0" y="0"/>
            <a:ext cx="1905000" cy="1905000"/>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743200" y="1162050"/>
            <a:ext cx="8686800" cy="563562"/>
          </a:xfrm>
        </p:spPr>
        <p:txBody>
          <a:bodyPr lIns="0" tIns="0" rIns="0" bIns="0">
            <a:normAutofit/>
          </a:bodyPr>
          <a:lstStyle>
            <a:lvl1pPr>
              <a:defRPr sz="4000">
                <a:solidFill>
                  <a:srgbClr val="ED7000"/>
                </a:solidFill>
              </a:defRPr>
            </a:lvl1pPr>
          </a:lstStyle>
          <a:p>
            <a:r>
              <a:rPr lang="en-US" dirty="0"/>
              <a:t>Slide Title</a:t>
            </a:r>
          </a:p>
        </p:txBody>
      </p:sp>
      <p:sp>
        <p:nvSpPr>
          <p:cNvPr id="3" name="Content Placeholder 2"/>
          <p:cNvSpPr>
            <a:spLocks noGrp="1"/>
          </p:cNvSpPr>
          <p:nvPr>
            <p:ph idx="1" hasCustomPrompt="1"/>
          </p:nvPr>
        </p:nvSpPr>
        <p:spPr>
          <a:xfrm>
            <a:off x="2743200" y="1981201"/>
            <a:ext cx="8686800" cy="4525963"/>
          </a:xfrm>
        </p:spPr>
        <p:txBody>
          <a:bodyPr lIns="0" tIns="0" rIns="0" bIns="0">
            <a:normAutofit/>
          </a:bodyPr>
          <a:lstStyle>
            <a:lvl1pPr>
              <a:defRPr sz="2400"/>
            </a:lvl1pPr>
            <a:lvl2pPr marL="640080" indent="-285750">
              <a:buFont typeface="Arial" panose="020B0604020202020204" pitchFamily="34" charset="0"/>
              <a:buChar char="•"/>
              <a:defRPr sz="2000" baseline="0"/>
            </a:lvl2pPr>
            <a:lvl3pPr marL="917575" indent="-285750">
              <a:buSzPct val="100000"/>
              <a:buFont typeface="Century Gothic" panose="020B0502020202020204" pitchFamily="34" charset="0"/>
              <a:buChar char="◦"/>
              <a:defRPr sz="1800"/>
            </a:lvl3pPr>
          </a:lstStyle>
          <a:p>
            <a:pPr lvl="0"/>
            <a:r>
              <a:rPr lang="en-US" dirty="0"/>
              <a:t>We can’t completely avoid bullet points</a:t>
            </a:r>
          </a:p>
          <a:p>
            <a:pPr lvl="0"/>
            <a:r>
              <a:rPr lang="en-US" dirty="0"/>
              <a:t>So if we must use them, this is the layout to use</a:t>
            </a:r>
          </a:p>
          <a:p>
            <a:pPr lvl="0"/>
            <a:r>
              <a:rPr lang="en-US" dirty="0"/>
              <a:t>Keep them brief and supportive of what you’re saying</a:t>
            </a:r>
          </a:p>
          <a:p>
            <a:pPr lvl="0"/>
            <a:r>
              <a:rPr lang="en-US" dirty="0"/>
              <a:t>We want the audience to watch/listen to you, </a:t>
            </a:r>
            <a:br>
              <a:rPr lang="en-US" dirty="0"/>
            </a:br>
            <a:r>
              <a:rPr lang="en-US" dirty="0"/>
              <a:t>not read the screen</a:t>
            </a:r>
          </a:p>
          <a:p>
            <a:pPr lvl="0"/>
            <a:endParaRPr lang="en-US" dirty="0"/>
          </a:p>
        </p:txBody>
      </p:sp>
      <p:sp>
        <p:nvSpPr>
          <p:cNvPr id="8" name="Text Placeholder 7"/>
          <p:cNvSpPr>
            <a:spLocks noGrp="1"/>
          </p:cNvSpPr>
          <p:nvPr>
            <p:ph type="body" sz="quarter" idx="10" hasCustomPrompt="1"/>
          </p:nvPr>
        </p:nvSpPr>
        <p:spPr>
          <a:xfrm>
            <a:off x="304800" y="385888"/>
            <a:ext cx="1447800" cy="1257300"/>
          </a:xfrm>
        </p:spPr>
        <p:txBody>
          <a:bodyPr lIns="0" tIns="0" rIns="0" bIns="0" anchor="b">
            <a:normAutofit/>
          </a:bodyPr>
          <a:lstStyle>
            <a:lvl1pPr marL="0" indent="0">
              <a:buNone/>
              <a:defRPr sz="1500">
                <a:solidFill>
                  <a:schemeClr val="bg1"/>
                </a:solidFill>
              </a:defRPr>
            </a:lvl1pPr>
          </a:lstStyle>
          <a:p>
            <a:pPr lvl="0"/>
            <a:r>
              <a:rPr lang="en-US" dirty="0"/>
              <a:t>Section Title</a:t>
            </a:r>
          </a:p>
        </p:txBody>
      </p:sp>
    </p:spTree>
    <p:extLst>
      <p:ext uri="{BB962C8B-B14F-4D97-AF65-F5344CB8AC3E}">
        <p14:creationId xmlns:p14="http://schemas.microsoft.com/office/powerpoint/2010/main" val="107857559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itle and 2 Column Content">
    <p:spTree>
      <p:nvGrpSpPr>
        <p:cNvPr id="1" name=""/>
        <p:cNvGrpSpPr/>
        <p:nvPr/>
      </p:nvGrpSpPr>
      <p:grpSpPr>
        <a:xfrm>
          <a:off x="0" y="0"/>
          <a:ext cx="0" cy="0"/>
          <a:chOff x="0" y="0"/>
          <a:chExt cx="0" cy="0"/>
        </a:xfrm>
      </p:grpSpPr>
      <p:sp>
        <p:nvSpPr>
          <p:cNvPr id="4" name="Rectangle 3"/>
          <p:cNvSpPr/>
          <p:nvPr/>
        </p:nvSpPr>
        <p:spPr>
          <a:xfrm>
            <a:off x="0" y="0"/>
            <a:ext cx="1905000" cy="1905000"/>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title" hasCustomPrompt="1"/>
          </p:nvPr>
        </p:nvSpPr>
        <p:spPr>
          <a:xfrm>
            <a:off x="2743200" y="1162050"/>
            <a:ext cx="8686800" cy="563562"/>
          </a:xfrm>
        </p:spPr>
        <p:txBody>
          <a:bodyPr lIns="0" tIns="0" rIns="0" bIns="0">
            <a:normAutofit/>
          </a:bodyPr>
          <a:lstStyle>
            <a:lvl1pPr>
              <a:defRPr sz="4000">
                <a:solidFill>
                  <a:srgbClr val="ED7000"/>
                </a:solidFill>
              </a:defRPr>
            </a:lvl1pPr>
          </a:lstStyle>
          <a:p>
            <a:r>
              <a:rPr lang="en-US" dirty="0"/>
              <a:t>Slide Title</a:t>
            </a:r>
          </a:p>
        </p:txBody>
      </p:sp>
      <p:sp>
        <p:nvSpPr>
          <p:cNvPr id="3" name="Content Placeholder 2"/>
          <p:cNvSpPr>
            <a:spLocks noGrp="1"/>
          </p:cNvSpPr>
          <p:nvPr>
            <p:ph idx="1" hasCustomPrompt="1"/>
          </p:nvPr>
        </p:nvSpPr>
        <p:spPr>
          <a:xfrm>
            <a:off x="2743200" y="1981201"/>
            <a:ext cx="4419600" cy="4525963"/>
          </a:xfrm>
        </p:spPr>
        <p:txBody>
          <a:bodyPr lIns="0" tIns="0" rIns="0" bIns="0">
            <a:normAutofit/>
          </a:bodyPr>
          <a:lstStyle>
            <a:lvl1pPr marL="342900" indent="-342900">
              <a:buFont typeface="Arial" panose="020B0604020202020204" pitchFamily="34" charset="0"/>
              <a:buChar char="•"/>
              <a:defRPr sz="2400">
                <a:solidFill>
                  <a:srgbClr val="222222"/>
                </a:solidFill>
              </a:defRPr>
            </a:lvl1pPr>
            <a:lvl2pPr marL="640080" indent="-285750">
              <a:buFont typeface="Arial" panose="020B0604020202020204" pitchFamily="34" charset="0"/>
              <a:buChar char="•"/>
              <a:defRPr sz="2000" baseline="0">
                <a:solidFill>
                  <a:srgbClr val="222222"/>
                </a:solidFill>
              </a:defRPr>
            </a:lvl2pPr>
            <a:lvl3pPr marL="917575" indent="-285750">
              <a:buSzPct val="100000"/>
              <a:buFont typeface="Century Gothic" panose="020B0502020202020204" pitchFamily="34" charset="0"/>
              <a:buChar char="◦"/>
              <a:defRPr sz="1800"/>
            </a:lvl3pPr>
          </a:lstStyle>
          <a:p>
            <a:pPr lvl="0"/>
            <a:r>
              <a:rPr lang="en-US" dirty="0"/>
              <a:t>We can’t completely avoid bullet points</a:t>
            </a:r>
          </a:p>
          <a:p>
            <a:pPr lvl="0"/>
            <a:r>
              <a:rPr lang="en-US" dirty="0"/>
              <a:t>So if we must use them, this is the layout to use</a:t>
            </a:r>
          </a:p>
          <a:p>
            <a:pPr lvl="1"/>
            <a:r>
              <a:rPr lang="en-US" dirty="0"/>
              <a:t>Secondary bullet</a:t>
            </a:r>
          </a:p>
          <a:p>
            <a:pPr lvl="1"/>
            <a:r>
              <a:rPr lang="en-US" dirty="0"/>
              <a:t>Secondary bullet</a:t>
            </a:r>
          </a:p>
          <a:p>
            <a:pPr lvl="0"/>
            <a:r>
              <a:rPr lang="en-US" dirty="0"/>
              <a:t>Notice that there is no more than 5 bullet points on the slide.</a:t>
            </a:r>
          </a:p>
          <a:p>
            <a:pPr lvl="0"/>
            <a:endParaRPr lang="en-US" dirty="0"/>
          </a:p>
        </p:txBody>
      </p:sp>
      <p:sp>
        <p:nvSpPr>
          <p:cNvPr id="6" name="Text Placeholder 5"/>
          <p:cNvSpPr>
            <a:spLocks noGrp="1"/>
          </p:cNvSpPr>
          <p:nvPr>
            <p:ph type="body" sz="quarter" idx="11" hasCustomPrompt="1"/>
          </p:nvPr>
        </p:nvSpPr>
        <p:spPr>
          <a:xfrm>
            <a:off x="7315200" y="1981200"/>
            <a:ext cx="4114800" cy="4525963"/>
          </a:xfrm>
        </p:spPr>
        <p:txBody>
          <a:bodyPr>
            <a:normAutofit/>
          </a:bodyPr>
          <a:lstStyle>
            <a:lvl1pPr>
              <a:defRPr sz="2400">
                <a:solidFill>
                  <a:srgbClr val="222222"/>
                </a:solidFill>
              </a:defRPr>
            </a:lvl1pPr>
            <a:lvl2pPr>
              <a:defRPr sz="2000">
                <a:solidFill>
                  <a:srgbClr val="222222"/>
                </a:solidFill>
              </a:defRPr>
            </a:lvl2pPr>
          </a:lstStyle>
          <a:p>
            <a:pPr lvl="0"/>
            <a:r>
              <a:rPr lang="en-US" dirty="0"/>
              <a:t>Keep them brief and supportive of what you’re saying</a:t>
            </a:r>
          </a:p>
          <a:p>
            <a:pPr lvl="1"/>
            <a:r>
              <a:rPr lang="en-US" dirty="0"/>
              <a:t>Secondary bullet</a:t>
            </a:r>
          </a:p>
          <a:p>
            <a:pPr lvl="1"/>
            <a:r>
              <a:rPr lang="en-US" dirty="0"/>
              <a:t>Secondary bullet</a:t>
            </a:r>
          </a:p>
          <a:p>
            <a:pPr lvl="0"/>
            <a:r>
              <a:rPr lang="en-US" dirty="0"/>
              <a:t>We want the audience to watch/listen to you, </a:t>
            </a:r>
            <a:br>
              <a:rPr lang="en-US" dirty="0"/>
            </a:br>
            <a:r>
              <a:rPr lang="en-US" dirty="0"/>
              <a:t>not read the screen</a:t>
            </a:r>
          </a:p>
        </p:txBody>
      </p:sp>
      <p:sp>
        <p:nvSpPr>
          <p:cNvPr id="9" name="Text Placeholder 7"/>
          <p:cNvSpPr>
            <a:spLocks noGrp="1"/>
          </p:cNvSpPr>
          <p:nvPr>
            <p:ph type="body" sz="quarter" idx="10" hasCustomPrompt="1"/>
          </p:nvPr>
        </p:nvSpPr>
        <p:spPr>
          <a:xfrm>
            <a:off x="304800" y="385888"/>
            <a:ext cx="1447800" cy="1257300"/>
          </a:xfrm>
        </p:spPr>
        <p:txBody>
          <a:bodyPr lIns="0" tIns="0" rIns="0" bIns="0" anchor="b">
            <a:normAutofit/>
          </a:bodyPr>
          <a:lstStyle>
            <a:lvl1pPr marL="0" indent="0">
              <a:buNone/>
              <a:defRPr sz="1500">
                <a:solidFill>
                  <a:schemeClr val="bg1"/>
                </a:solidFill>
              </a:defRPr>
            </a:lvl1pPr>
          </a:lstStyle>
          <a:p>
            <a:pPr lvl="0"/>
            <a:r>
              <a:rPr lang="en-US" dirty="0"/>
              <a:t>Section Title</a:t>
            </a:r>
          </a:p>
        </p:txBody>
      </p:sp>
    </p:spTree>
    <p:extLst>
      <p:ext uri="{BB962C8B-B14F-4D97-AF65-F5344CB8AC3E}">
        <p14:creationId xmlns:p14="http://schemas.microsoft.com/office/powerpoint/2010/main" val="28023005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MAIN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0000" y="468000"/>
            <a:ext cx="11088000" cy="304038"/>
          </a:xfrm>
        </p:spPr>
        <p:txBody>
          <a:bodyPr anchor="t" anchorCtr="0">
            <a:noAutofit/>
          </a:bodyPr>
          <a:lstStyle>
            <a:lvl1pPr>
              <a:lnSpc>
                <a:spcPts val="3000"/>
              </a:lnSpc>
              <a:defRPr sz="2800" b="1"/>
            </a:lvl1pPr>
          </a:lstStyle>
          <a:p>
            <a:r>
              <a:rPr lang="en-US" dirty="0"/>
              <a:t>Slide Title</a:t>
            </a:r>
          </a:p>
        </p:txBody>
      </p:sp>
      <p:sp>
        <p:nvSpPr>
          <p:cNvPr id="5" name="Text Placeholder 4"/>
          <p:cNvSpPr>
            <a:spLocks noGrp="1"/>
          </p:cNvSpPr>
          <p:nvPr>
            <p:ph type="body" sz="quarter" idx="10" hasCustomPrompt="1"/>
          </p:nvPr>
        </p:nvSpPr>
        <p:spPr>
          <a:xfrm>
            <a:off x="540000" y="1116000"/>
            <a:ext cx="11088000" cy="4976962"/>
          </a:xfrm>
        </p:spPr>
        <p:txBody>
          <a:bodyPr wrap="square" lIns="0" tIns="0" rIns="0" bIns="0">
            <a:noAutofit/>
          </a:bodyPr>
          <a:lstStyle>
            <a:lvl1pPr marL="177800" indent="-177800">
              <a:buClr>
                <a:srgbClr val="ED7000"/>
              </a:buClr>
              <a:buFont typeface="Arial" panose="020B0604020202020204" pitchFamily="34" charset="0"/>
              <a:buChar char="•"/>
              <a:tabLst>
                <a:tab pos="177800" algn="l"/>
              </a:tabLst>
              <a:defRPr sz="1800" baseline="0">
                <a:solidFill>
                  <a:srgbClr val="222222"/>
                </a:solidFill>
              </a:defRPr>
            </a:lvl1pPr>
            <a:lvl2pPr marL="361950" indent="-180975">
              <a:buFont typeface="Arial" panose="020B0604020202020204" pitchFamily="34" charset="0"/>
              <a:buChar char="•"/>
              <a:defRPr/>
            </a:lvl2pPr>
            <a:lvl3pPr marL="536575" indent="-174625">
              <a:buFont typeface="Arial" panose="020B0604020202020204" pitchFamily="34" charset="0"/>
              <a:buChar char="•"/>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p:txBody>
      </p:sp>
      <p:sp>
        <p:nvSpPr>
          <p:cNvPr id="4" name="Rectangle 3"/>
          <p:cNvSpPr/>
          <p:nvPr/>
        </p:nvSpPr>
        <p:spPr>
          <a:xfrm>
            <a:off x="0" y="6408234"/>
            <a:ext cx="12192000" cy="456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Slide Number Placeholder 3"/>
          <p:cNvSpPr txBox="1">
            <a:spLocks/>
          </p:cNvSpPr>
          <p:nvPr/>
        </p:nvSpPr>
        <p:spPr>
          <a:xfrm>
            <a:off x="10670477" y="6491349"/>
            <a:ext cx="987552" cy="3643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3178CFF5-1EF5-4FDA-A119-3041D8D196A5}" type="slidenum">
              <a:rPr lang="en-US" sz="1200">
                <a:solidFill>
                  <a:srgbClr val="FFFFFF"/>
                </a:solidFill>
              </a:rPr>
              <a:pPr algn="r">
                <a:defRPr/>
              </a:pPr>
              <a:t>‹#›</a:t>
            </a:fld>
            <a:endParaRPr lang="en-US" sz="1200" dirty="0">
              <a:solidFill>
                <a:srgbClr val="FFFFFF"/>
              </a:solidFill>
            </a:endParaRPr>
          </a:p>
        </p:txBody>
      </p:sp>
      <p:sp>
        <p:nvSpPr>
          <p:cNvPr id="7" name="Rectangle 6"/>
          <p:cNvSpPr/>
          <p:nvPr/>
        </p:nvSpPr>
        <p:spPr>
          <a:xfrm>
            <a:off x="11735042" y="6408234"/>
            <a:ext cx="456958" cy="456958"/>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cxnSp>
        <p:nvCxnSpPr>
          <p:cNvPr id="10" name="Straight Connector 9"/>
          <p:cNvCxnSpPr/>
          <p:nvPr/>
        </p:nvCxnSpPr>
        <p:spPr>
          <a:xfrm>
            <a:off x="540000" y="950121"/>
            <a:ext cx="11088000" cy="0"/>
          </a:xfrm>
          <a:prstGeom prst="line">
            <a:avLst/>
          </a:prstGeom>
          <a:ln w="6350">
            <a:solidFill>
              <a:srgbClr val="7069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09573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MAIN LAYOUT x2 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0000" y="468000"/>
            <a:ext cx="11088000" cy="800760"/>
          </a:xfrm>
        </p:spPr>
        <p:txBody>
          <a:bodyPr anchor="t" anchorCtr="0">
            <a:noAutofit/>
          </a:bodyPr>
          <a:lstStyle>
            <a:lvl1pPr>
              <a:lnSpc>
                <a:spcPts val="3000"/>
              </a:lnSpc>
              <a:defRPr sz="2800" b="1"/>
            </a:lvl1pPr>
          </a:lstStyle>
          <a:p>
            <a:r>
              <a:rPr lang="en-US" dirty="0"/>
              <a:t>Slide Title</a:t>
            </a:r>
            <a:br>
              <a:rPr lang="en-US" dirty="0"/>
            </a:br>
            <a:r>
              <a:rPr lang="en-US" dirty="0"/>
              <a:t>Slide Title</a:t>
            </a:r>
          </a:p>
        </p:txBody>
      </p:sp>
      <p:sp>
        <p:nvSpPr>
          <p:cNvPr id="5" name="Text Placeholder 4"/>
          <p:cNvSpPr>
            <a:spLocks noGrp="1"/>
          </p:cNvSpPr>
          <p:nvPr>
            <p:ph type="body" sz="quarter" idx="10" hasCustomPrompt="1"/>
          </p:nvPr>
        </p:nvSpPr>
        <p:spPr>
          <a:xfrm>
            <a:off x="540000" y="1440000"/>
            <a:ext cx="11088000" cy="4725304"/>
          </a:xfrm>
        </p:spPr>
        <p:txBody>
          <a:bodyPr wrap="square" lIns="0" tIns="0" rIns="0" bIns="0">
            <a:noAutofit/>
          </a:bodyPr>
          <a:lstStyle>
            <a:lvl1pPr marL="177800" indent="-177800">
              <a:buClr>
                <a:srgbClr val="ED7000"/>
              </a:buClr>
              <a:buFont typeface="Arial" panose="020B0604020202020204" pitchFamily="34" charset="0"/>
              <a:buChar char="•"/>
              <a:tabLst>
                <a:tab pos="177800" algn="l"/>
              </a:tabLst>
              <a:defRPr sz="1800" baseline="0">
                <a:solidFill>
                  <a:srgbClr val="222222"/>
                </a:solidFill>
              </a:defRPr>
            </a:lvl1pPr>
            <a:lvl2pPr marL="361950" indent="-180975">
              <a:buFont typeface="Arial" panose="020B0604020202020204" pitchFamily="34" charset="0"/>
              <a:buChar char="•"/>
              <a:defRPr/>
            </a:lvl2pPr>
            <a:lvl3pPr marL="536575" indent="-174625">
              <a:buFont typeface="Arial" panose="020B0604020202020204" pitchFamily="34" charset="0"/>
              <a:buChar char="•"/>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p:txBody>
      </p:sp>
      <p:sp>
        <p:nvSpPr>
          <p:cNvPr id="4" name="Rectangle 3"/>
          <p:cNvSpPr/>
          <p:nvPr/>
        </p:nvSpPr>
        <p:spPr>
          <a:xfrm>
            <a:off x="0" y="6408234"/>
            <a:ext cx="12192000" cy="456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Slide Number Placeholder 3"/>
          <p:cNvSpPr txBox="1">
            <a:spLocks/>
          </p:cNvSpPr>
          <p:nvPr/>
        </p:nvSpPr>
        <p:spPr>
          <a:xfrm>
            <a:off x="10670477" y="6491349"/>
            <a:ext cx="987552" cy="3643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3178CFF5-1EF5-4FDA-A119-3041D8D196A5}" type="slidenum">
              <a:rPr lang="en-US" sz="1200">
                <a:solidFill>
                  <a:srgbClr val="FFFFFF"/>
                </a:solidFill>
              </a:rPr>
              <a:pPr algn="r">
                <a:defRPr/>
              </a:pPr>
              <a:t>‹#›</a:t>
            </a:fld>
            <a:endParaRPr lang="en-US" sz="1200" dirty="0">
              <a:solidFill>
                <a:srgbClr val="FFFFFF"/>
              </a:solidFill>
            </a:endParaRPr>
          </a:p>
        </p:txBody>
      </p:sp>
      <p:sp>
        <p:nvSpPr>
          <p:cNvPr id="7" name="Rectangle 6"/>
          <p:cNvSpPr/>
          <p:nvPr/>
        </p:nvSpPr>
        <p:spPr>
          <a:xfrm>
            <a:off x="11735042" y="6408234"/>
            <a:ext cx="456958" cy="456958"/>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cxnSp>
        <p:nvCxnSpPr>
          <p:cNvPr id="10" name="Straight Connector 9"/>
          <p:cNvCxnSpPr/>
          <p:nvPr/>
        </p:nvCxnSpPr>
        <p:spPr>
          <a:xfrm>
            <a:off x="540000" y="1296000"/>
            <a:ext cx="11088000" cy="0"/>
          </a:xfrm>
          <a:prstGeom prst="line">
            <a:avLst/>
          </a:prstGeom>
          <a:ln w="6350">
            <a:solidFill>
              <a:srgbClr val="7069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419165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MAIN LAYOUT + SUB">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0000" y="468000"/>
            <a:ext cx="11088000" cy="609600"/>
          </a:xfrm>
        </p:spPr>
        <p:txBody>
          <a:bodyPr anchor="t" anchorCtr="0">
            <a:noAutofit/>
          </a:bodyPr>
          <a:lstStyle>
            <a:lvl1pPr>
              <a:lnSpc>
                <a:spcPts val="3000"/>
              </a:lnSpc>
              <a:defRPr sz="2800" b="1"/>
            </a:lvl1pPr>
          </a:lstStyle>
          <a:p>
            <a:r>
              <a:rPr lang="en-US" dirty="0"/>
              <a:t>Slide Title</a:t>
            </a:r>
          </a:p>
        </p:txBody>
      </p:sp>
      <p:sp>
        <p:nvSpPr>
          <p:cNvPr id="5" name="Text Placeholder 4"/>
          <p:cNvSpPr>
            <a:spLocks noGrp="1"/>
          </p:cNvSpPr>
          <p:nvPr>
            <p:ph type="body" sz="quarter" idx="10" hasCustomPrompt="1"/>
          </p:nvPr>
        </p:nvSpPr>
        <p:spPr>
          <a:xfrm>
            <a:off x="540000" y="1440000"/>
            <a:ext cx="11088000" cy="4805722"/>
          </a:xfrm>
        </p:spPr>
        <p:txBody>
          <a:bodyPr wrap="square" lIns="0" tIns="0" rIns="0" bIns="0">
            <a:noAutofit/>
          </a:bodyPr>
          <a:lstStyle>
            <a:lvl1pPr marL="177800" indent="-177800">
              <a:buClr>
                <a:srgbClr val="ED7000"/>
              </a:buClr>
              <a:buFont typeface="Arial" panose="020B0604020202020204" pitchFamily="34" charset="0"/>
              <a:buChar char="•"/>
              <a:tabLst>
                <a:tab pos="177800" algn="l"/>
              </a:tabLst>
              <a:defRPr sz="1800" baseline="0">
                <a:solidFill>
                  <a:srgbClr val="222222"/>
                </a:solidFill>
              </a:defRPr>
            </a:lvl1pPr>
            <a:lvl2pPr marL="361950" indent="-180975">
              <a:buFont typeface="Arial" panose="020B0604020202020204" pitchFamily="34" charset="0"/>
              <a:buChar char="•"/>
              <a:defRPr/>
            </a:lvl2pPr>
            <a:lvl3pPr marL="536575" indent="-174625">
              <a:buFont typeface="Arial" panose="020B0604020202020204" pitchFamily="34" charset="0"/>
              <a:buChar char="•"/>
              <a:defRPr/>
            </a:lvl3pPr>
            <a:lvl4pPr marL="1371600" indent="0">
              <a:buNone/>
              <a:defRPr/>
            </a:lvl4pPr>
            <a:lvl5pPr marL="1828800" indent="0">
              <a:buNone/>
              <a:defRPr/>
            </a:lvl5pPr>
          </a:lstStyle>
          <a:p>
            <a:pPr lvl="0"/>
            <a:r>
              <a:rPr lang="en-US" dirty="0"/>
              <a:t>Edit Master text styles</a:t>
            </a:r>
          </a:p>
          <a:p>
            <a:pPr lvl="1"/>
            <a:r>
              <a:rPr lang="en-US" dirty="0"/>
              <a:t>Second level</a:t>
            </a:r>
          </a:p>
          <a:p>
            <a:pPr lvl="2"/>
            <a:r>
              <a:rPr lang="en-US" dirty="0"/>
              <a:t>Third level</a:t>
            </a:r>
          </a:p>
        </p:txBody>
      </p:sp>
      <p:sp>
        <p:nvSpPr>
          <p:cNvPr id="4" name="Rectangle 3"/>
          <p:cNvSpPr/>
          <p:nvPr/>
        </p:nvSpPr>
        <p:spPr>
          <a:xfrm>
            <a:off x="0" y="6408234"/>
            <a:ext cx="12192000" cy="456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6" name="Slide Number Placeholder 3"/>
          <p:cNvSpPr txBox="1">
            <a:spLocks/>
          </p:cNvSpPr>
          <p:nvPr/>
        </p:nvSpPr>
        <p:spPr>
          <a:xfrm>
            <a:off x="10670477" y="6491349"/>
            <a:ext cx="987552" cy="3643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3178CFF5-1EF5-4FDA-A119-3041D8D196A5}" type="slidenum">
              <a:rPr lang="en-US" sz="1200">
                <a:solidFill>
                  <a:srgbClr val="FFFFFF"/>
                </a:solidFill>
              </a:rPr>
              <a:pPr algn="r">
                <a:defRPr/>
              </a:pPr>
              <a:t>‹#›</a:t>
            </a:fld>
            <a:endParaRPr lang="en-US" sz="1200" dirty="0">
              <a:solidFill>
                <a:srgbClr val="FFFFFF"/>
              </a:solidFill>
            </a:endParaRPr>
          </a:p>
        </p:txBody>
      </p:sp>
      <p:sp>
        <p:nvSpPr>
          <p:cNvPr id="7" name="Rectangle 6"/>
          <p:cNvSpPr/>
          <p:nvPr/>
        </p:nvSpPr>
        <p:spPr>
          <a:xfrm>
            <a:off x="11735042" y="6408234"/>
            <a:ext cx="456958" cy="456958"/>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8" name="Text Placeholder 7"/>
          <p:cNvSpPr>
            <a:spLocks noGrp="1"/>
          </p:cNvSpPr>
          <p:nvPr>
            <p:ph type="body" sz="quarter" idx="11" hasCustomPrompt="1"/>
          </p:nvPr>
        </p:nvSpPr>
        <p:spPr>
          <a:xfrm>
            <a:off x="540000" y="979527"/>
            <a:ext cx="11088000" cy="215801"/>
          </a:xfrm>
        </p:spPr>
        <p:txBody>
          <a:bodyPr>
            <a:noAutofit/>
          </a:bodyPr>
          <a:lstStyle>
            <a:lvl1pPr marL="0" indent="0">
              <a:buNone/>
              <a:defRPr sz="1600" b="1">
                <a:latin typeface="+mj-lt"/>
              </a:defRPr>
            </a:lvl1pPr>
            <a:lvl2pPr marL="177800" indent="0">
              <a:buNone/>
              <a:defRPr b="1">
                <a:latin typeface="+mj-lt"/>
              </a:defRPr>
            </a:lvl2pPr>
            <a:lvl3pPr marL="360363" indent="0">
              <a:buNone/>
              <a:defRPr b="1">
                <a:latin typeface="+mj-lt"/>
              </a:defRPr>
            </a:lvl3pPr>
            <a:lvl4pPr marL="1371600" indent="0">
              <a:buNone/>
              <a:defRPr b="1">
                <a:latin typeface="+mj-lt"/>
              </a:defRPr>
            </a:lvl4pPr>
            <a:lvl5pPr marL="1828800" indent="0">
              <a:buNone/>
              <a:defRPr b="1">
                <a:latin typeface="+mj-lt"/>
              </a:defRPr>
            </a:lvl5pPr>
          </a:lstStyle>
          <a:p>
            <a:pPr lvl="0"/>
            <a:r>
              <a:rPr lang="en-US" dirty="0" err="1"/>
              <a:t>Subheader</a:t>
            </a:r>
            <a:endParaRPr lang="en-US" dirty="0"/>
          </a:p>
        </p:txBody>
      </p:sp>
      <p:cxnSp>
        <p:nvCxnSpPr>
          <p:cNvPr id="10" name="Straight Connector 9"/>
          <p:cNvCxnSpPr/>
          <p:nvPr/>
        </p:nvCxnSpPr>
        <p:spPr>
          <a:xfrm>
            <a:off x="540000" y="1301613"/>
            <a:ext cx="11088000" cy="0"/>
          </a:xfrm>
          <a:prstGeom prst="line">
            <a:avLst/>
          </a:prstGeom>
          <a:ln w="6350">
            <a:solidFill>
              <a:srgbClr val="7069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230881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Rectangle 2"/>
          <p:cNvSpPr/>
          <p:nvPr/>
        </p:nvSpPr>
        <p:spPr>
          <a:xfrm>
            <a:off x="0" y="0"/>
            <a:ext cx="1905000" cy="1905000"/>
          </a:xfrm>
          <a:prstGeom prst="rect">
            <a:avLst/>
          </a:prstGeom>
          <a:solidFill>
            <a:srgbClr val="2222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1"/>
          <p:cNvSpPr>
            <a:spLocks noGrp="1"/>
          </p:cNvSpPr>
          <p:nvPr>
            <p:ph type="title" hasCustomPrompt="1"/>
          </p:nvPr>
        </p:nvSpPr>
        <p:spPr>
          <a:xfrm>
            <a:off x="2743200" y="1162050"/>
            <a:ext cx="8686800" cy="563562"/>
          </a:xfrm>
        </p:spPr>
        <p:txBody>
          <a:bodyPr lIns="0" tIns="0" rIns="0" bIns="0">
            <a:normAutofit/>
          </a:bodyPr>
          <a:lstStyle>
            <a:lvl1pPr>
              <a:defRPr sz="4000">
                <a:solidFill>
                  <a:srgbClr val="ED7000"/>
                </a:solidFill>
              </a:defRPr>
            </a:lvl1pPr>
          </a:lstStyle>
          <a:p>
            <a:r>
              <a:rPr lang="en-US" dirty="0"/>
              <a:t>Title</a:t>
            </a:r>
          </a:p>
        </p:txBody>
      </p:sp>
      <p:sp>
        <p:nvSpPr>
          <p:cNvPr id="6" name="Text Placeholder 7"/>
          <p:cNvSpPr>
            <a:spLocks noGrp="1"/>
          </p:cNvSpPr>
          <p:nvPr>
            <p:ph type="body" sz="quarter" idx="10" hasCustomPrompt="1"/>
          </p:nvPr>
        </p:nvSpPr>
        <p:spPr>
          <a:xfrm>
            <a:off x="304800" y="385888"/>
            <a:ext cx="1447800" cy="1257300"/>
          </a:xfrm>
        </p:spPr>
        <p:txBody>
          <a:bodyPr lIns="0" tIns="0" rIns="0" bIns="0" anchor="b">
            <a:normAutofit/>
          </a:bodyPr>
          <a:lstStyle>
            <a:lvl1pPr marL="0" indent="0">
              <a:buNone/>
              <a:defRPr sz="1500">
                <a:solidFill>
                  <a:schemeClr val="bg1"/>
                </a:solidFill>
              </a:defRPr>
            </a:lvl1pPr>
          </a:lstStyle>
          <a:p>
            <a:pPr lvl="0"/>
            <a:r>
              <a:rPr lang="en-US" dirty="0"/>
              <a:t>Section Title</a:t>
            </a:r>
          </a:p>
        </p:txBody>
      </p:sp>
    </p:spTree>
    <p:extLst>
      <p:ext uri="{BB962C8B-B14F-4D97-AF65-F5344CB8AC3E}">
        <p14:creationId xmlns:p14="http://schemas.microsoft.com/office/powerpoint/2010/main" val="218032768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Project_Image R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0" y="533400"/>
            <a:ext cx="5486400" cy="609600"/>
          </a:xfrm>
        </p:spPr>
        <p:txBody>
          <a:bodyPr/>
          <a:lstStyle>
            <a:lvl1pPr>
              <a:defRPr/>
            </a:lvl1pPr>
          </a:lstStyle>
          <a:p>
            <a:r>
              <a:rPr lang="en-US" dirty="0"/>
              <a:t>Slide Title</a:t>
            </a:r>
          </a:p>
        </p:txBody>
      </p:sp>
      <p:sp>
        <p:nvSpPr>
          <p:cNvPr id="5" name="Text Placeholder 4"/>
          <p:cNvSpPr>
            <a:spLocks noGrp="1"/>
          </p:cNvSpPr>
          <p:nvPr>
            <p:ph type="body" sz="quarter" idx="10" hasCustomPrompt="1"/>
          </p:nvPr>
        </p:nvSpPr>
        <p:spPr>
          <a:xfrm>
            <a:off x="609600" y="1447800"/>
            <a:ext cx="5486400" cy="4742506"/>
          </a:xfrm>
        </p:spPr>
        <p:txBody>
          <a:bodyPr wrap="square" lIns="0" tIns="0" rIns="0" bIns="0">
            <a:normAutofit/>
          </a:bodyPr>
          <a:lstStyle>
            <a:lvl1pPr marL="0" indent="0">
              <a:buFont typeface="Arial" panose="020B0604020202020204" pitchFamily="34" charset="0"/>
              <a:buNone/>
              <a:defRPr sz="1800" baseline="0"/>
            </a:lvl1pPr>
            <a:lvl2pPr marL="457200" indent="0">
              <a:buNone/>
              <a:defRPr/>
            </a:lvl2pPr>
            <a:lvl3pPr marL="914400" indent="0">
              <a:buNone/>
              <a:defRPr/>
            </a:lvl3pPr>
            <a:lvl4pPr marL="1371600" indent="0">
              <a:buNone/>
              <a:defRPr/>
            </a:lvl4pPr>
            <a:lvl5pPr marL="1828800" indent="0">
              <a:buNone/>
              <a:defRPr/>
            </a:lvl5pPr>
          </a:lstStyle>
          <a:p>
            <a:r>
              <a:rPr lang="en-US" dirty="0"/>
              <a:t>Short description or sentence can go here.</a:t>
            </a:r>
          </a:p>
          <a:p>
            <a:endParaRPr lang="en-US" dirty="0"/>
          </a:p>
          <a:p>
            <a:r>
              <a:rPr lang="en-US" dirty="0">
                <a:solidFill>
                  <a:srgbClr val="ED7000"/>
                </a:solidFill>
              </a:rPr>
              <a:t>Sub title</a:t>
            </a:r>
          </a:p>
          <a:p>
            <a:pPr marL="342900" indent="-342900">
              <a:buFont typeface="Arial" panose="020B0604020202020204" pitchFamily="34" charset="0"/>
              <a:buChar char="•"/>
            </a:pPr>
            <a:r>
              <a:rPr lang="en-US" dirty="0"/>
              <a:t>We can’t completely avoid bullet points</a:t>
            </a:r>
          </a:p>
          <a:p>
            <a:pPr marL="342900" indent="-342900">
              <a:buFont typeface="Arial" panose="020B0604020202020204" pitchFamily="34" charset="0"/>
              <a:buChar char="•"/>
            </a:pPr>
            <a:r>
              <a:rPr lang="en-US" dirty="0"/>
              <a:t>So if we must use them, this is the layout to use</a:t>
            </a:r>
          </a:p>
          <a:p>
            <a:pPr marL="342900" indent="-342900">
              <a:buFont typeface="Arial" panose="020B0604020202020204" pitchFamily="34" charset="0"/>
              <a:buChar char="•"/>
            </a:pPr>
            <a:r>
              <a:rPr lang="en-US" dirty="0"/>
              <a:t>Notice that there is no more than 5 bullet points on the slide.</a:t>
            </a:r>
          </a:p>
          <a:p>
            <a:endParaRPr lang="en-US" dirty="0"/>
          </a:p>
          <a:p>
            <a:r>
              <a:rPr lang="en-US" dirty="0">
                <a:solidFill>
                  <a:srgbClr val="ED7000"/>
                </a:solidFill>
              </a:rPr>
              <a:t>More Tips</a:t>
            </a:r>
          </a:p>
          <a:p>
            <a:pPr marL="342900" indent="-342900">
              <a:buFont typeface="Arial" panose="020B0604020202020204" pitchFamily="34" charset="0"/>
              <a:buChar char="•"/>
            </a:pPr>
            <a:r>
              <a:rPr lang="en-US" dirty="0"/>
              <a:t>Keep them brief and supportive of what you’re saying</a:t>
            </a:r>
          </a:p>
          <a:p>
            <a:pPr marL="342900" indent="-342900">
              <a:buFont typeface="Arial" panose="020B0604020202020204" pitchFamily="34" charset="0"/>
              <a:buChar char="•"/>
            </a:pPr>
            <a:r>
              <a:rPr lang="en-US" dirty="0"/>
              <a:t>We want the audience to watch/listen to you, not read the screen</a:t>
            </a:r>
          </a:p>
        </p:txBody>
      </p:sp>
      <p:sp>
        <p:nvSpPr>
          <p:cNvPr id="7" name="Picture Placeholder 6"/>
          <p:cNvSpPr>
            <a:spLocks noGrp="1"/>
          </p:cNvSpPr>
          <p:nvPr>
            <p:ph type="pic" sz="quarter" idx="11"/>
          </p:nvPr>
        </p:nvSpPr>
        <p:spPr>
          <a:xfrm>
            <a:off x="6705600" y="689617"/>
            <a:ext cx="5486400" cy="54864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24655009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oject_Image Lef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324600" y="533400"/>
            <a:ext cx="5486400" cy="609600"/>
          </a:xfrm>
        </p:spPr>
        <p:txBody>
          <a:bodyPr/>
          <a:lstStyle>
            <a:lvl1pPr>
              <a:defRPr/>
            </a:lvl1pPr>
          </a:lstStyle>
          <a:p>
            <a:r>
              <a:rPr lang="en-US" dirty="0"/>
              <a:t>Slide Title</a:t>
            </a:r>
          </a:p>
        </p:txBody>
      </p:sp>
      <p:sp>
        <p:nvSpPr>
          <p:cNvPr id="5" name="Text Placeholder 4"/>
          <p:cNvSpPr>
            <a:spLocks noGrp="1"/>
          </p:cNvSpPr>
          <p:nvPr>
            <p:ph type="body" sz="quarter" idx="10" hasCustomPrompt="1"/>
          </p:nvPr>
        </p:nvSpPr>
        <p:spPr>
          <a:xfrm>
            <a:off x="6324600" y="1447800"/>
            <a:ext cx="5486400" cy="4742506"/>
          </a:xfrm>
        </p:spPr>
        <p:txBody>
          <a:bodyPr wrap="square" lIns="0" tIns="0" rIns="0" bIns="0">
            <a:normAutofit/>
          </a:bodyPr>
          <a:lstStyle>
            <a:lvl1pPr marL="0" indent="0">
              <a:buNone/>
              <a:defRPr sz="2100" baseline="0"/>
            </a:lvl1pPr>
            <a:lvl2pPr marL="457200" indent="0">
              <a:buNone/>
              <a:defRPr/>
            </a:lvl2pPr>
            <a:lvl3pPr marL="914400" indent="0">
              <a:buNone/>
              <a:defRPr/>
            </a:lvl3pPr>
            <a:lvl4pPr marL="1371600" indent="0">
              <a:buNone/>
              <a:defRPr/>
            </a:lvl4pPr>
            <a:lvl5pPr marL="1828800" indent="0">
              <a:buNone/>
              <a:defRPr/>
            </a:lvl5pPr>
          </a:lstStyle>
          <a:p>
            <a:pPr lvl="0"/>
            <a:r>
              <a:rPr lang="en-US" dirty="0"/>
              <a:t>Short description. We want the audience to watch/listen to you, not read the screen.</a:t>
            </a:r>
          </a:p>
        </p:txBody>
      </p:sp>
      <p:sp>
        <p:nvSpPr>
          <p:cNvPr id="7" name="Picture Placeholder 6"/>
          <p:cNvSpPr>
            <a:spLocks noGrp="1"/>
          </p:cNvSpPr>
          <p:nvPr>
            <p:ph type="pic" sz="quarter" idx="11"/>
          </p:nvPr>
        </p:nvSpPr>
        <p:spPr>
          <a:xfrm>
            <a:off x="0" y="686758"/>
            <a:ext cx="5486400" cy="54864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305064968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Image Background">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0"/>
            <a:ext cx="12192000" cy="6858000"/>
          </a:xfrm>
        </p:spPr>
        <p:txBody>
          <a:bodyPr>
            <a:normAutofit/>
          </a:bodyPr>
          <a:lstStyle>
            <a:lvl1pPr marL="0" indent="0">
              <a:buNone/>
              <a:defRPr sz="1500"/>
            </a:lvl1pPr>
          </a:lstStyle>
          <a:p>
            <a:r>
              <a:rPr lang="en-US"/>
              <a:t>Click icon to add picture</a:t>
            </a:r>
            <a:endParaRPr lang="en-US" dirty="0"/>
          </a:p>
        </p:txBody>
      </p:sp>
    </p:spTree>
    <p:extLst>
      <p:ext uri="{BB962C8B-B14F-4D97-AF65-F5344CB8AC3E}">
        <p14:creationId xmlns:p14="http://schemas.microsoft.com/office/powerpoint/2010/main" val="159650536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581796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4E0CD-4365-4B67-8640-67BDFB120A5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7EF95B85-0F9A-4FA9-9672-76C0C6D1C4C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8353C45-D349-4B25-B4F9-3DCE4D593B3F}"/>
              </a:ext>
            </a:extLst>
          </p:cNvPr>
          <p:cNvSpPr>
            <a:spLocks noGrp="1"/>
          </p:cNvSpPr>
          <p:nvPr>
            <p:ph type="dt" sz="half" idx="10"/>
          </p:nvPr>
        </p:nvSpPr>
        <p:spPr/>
        <p:txBody>
          <a:bodyPr/>
          <a:lstStyle/>
          <a:p>
            <a:fld id="{93232CF8-ED90-4AF5-815D-0A802EDF7F3B}" type="datetimeFigureOut">
              <a:rPr lang="en-GB" smtClean="0"/>
              <a:t>10/11/2025</a:t>
            </a:fld>
            <a:endParaRPr lang="en-GB" dirty="0"/>
          </a:p>
        </p:txBody>
      </p:sp>
      <p:sp>
        <p:nvSpPr>
          <p:cNvPr id="5" name="Footer Placeholder 4">
            <a:extLst>
              <a:ext uri="{FF2B5EF4-FFF2-40B4-BE49-F238E27FC236}">
                <a16:creationId xmlns:a16="http://schemas.microsoft.com/office/drawing/2014/main" id="{16711EF4-4EE7-412D-819E-BE5901E2565C}"/>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CB5B07F9-682C-4940-913E-B4BC381820A1}"/>
              </a:ext>
            </a:extLst>
          </p:cNvPr>
          <p:cNvSpPr>
            <a:spLocks noGrp="1"/>
          </p:cNvSpPr>
          <p:nvPr>
            <p:ph type="sldNum" sz="quarter" idx="12"/>
          </p:nvPr>
        </p:nvSpPr>
        <p:spPr/>
        <p:txBody>
          <a:bodyPr/>
          <a:lstStyle/>
          <a:p>
            <a:fld id="{4956F2EF-92A2-47A1-AD11-E00F6FD068E4}" type="slidenum">
              <a:rPr lang="en-GB" smtClean="0"/>
              <a:t>‹#›</a:t>
            </a:fld>
            <a:endParaRPr lang="en-GB" dirty="0"/>
          </a:p>
        </p:txBody>
      </p:sp>
    </p:spTree>
    <p:extLst>
      <p:ext uri="{BB962C8B-B14F-4D97-AF65-F5344CB8AC3E}">
        <p14:creationId xmlns:p14="http://schemas.microsoft.com/office/powerpoint/2010/main" val="3802417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theme" Target="../theme/theme2.xml"/><Relationship Id="rId2" Type="http://schemas.openxmlformats.org/officeDocument/2006/relationships/slideLayout" Target="../slideLayouts/slideLayout20.xml"/><Relationship Id="rId16" Type="http://schemas.openxmlformats.org/officeDocument/2006/relationships/slideLayout" Target="../slideLayouts/slideLayout34.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0000" y="468000"/>
            <a:ext cx="11088000" cy="43204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540000" y="1548000"/>
            <a:ext cx="10972800" cy="4265171"/>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p:txBody>
      </p:sp>
      <p:sp>
        <p:nvSpPr>
          <p:cNvPr id="4" name="Rectangle 3"/>
          <p:cNvSpPr/>
          <p:nvPr/>
        </p:nvSpPr>
        <p:spPr>
          <a:xfrm>
            <a:off x="0" y="6408234"/>
            <a:ext cx="12192000" cy="45695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
        <p:nvSpPr>
          <p:cNvPr id="5" name="Slide Number Placeholder 3"/>
          <p:cNvSpPr txBox="1">
            <a:spLocks/>
          </p:cNvSpPr>
          <p:nvPr/>
        </p:nvSpPr>
        <p:spPr>
          <a:xfrm>
            <a:off x="10670477" y="6491349"/>
            <a:ext cx="987552" cy="364304"/>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defRPr/>
            </a:pPr>
            <a:fld id="{3178CFF5-1EF5-4FDA-A119-3041D8D196A5}" type="slidenum">
              <a:rPr lang="en-US" sz="1200">
                <a:solidFill>
                  <a:srgbClr val="FFFFFF"/>
                </a:solidFill>
              </a:rPr>
              <a:pPr algn="r">
                <a:defRPr/>
              </a:pPr>
              <a:t>‹#›</a:t>
            </a:fld>
            <a:endParaRPr lang="en-US" sz="1200" dirty="0">
              <a:solidFill>
                <a:srgbClr val="FFFFFF"/>
              </a:solidFill>
            </a:endParaRPr>
          </a:p>
        </p:txBody>
      </p:sp>
      <p:sp>
        <p:nvSpPr>
          <p:cNvPr id="6" name="Rectangle 5"/>
          <p:cNvSpPr/>
          <p:nvPr/>
        </p:nvSpPr>
        <p:spPr>
          <a:xfrm>
            <a:off x="11735042" y="6408234"/>
            <a:ext cx="456958" cy="456958"/>
          </a:xfrm>
          <a:prstGeom prst="rect">
            <a:avLst/>
          </a:prstGeom>
          <a:solidFill>
            <a:srgbClr val="ED7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spTree>
    <p:extLst>
      <p:ext uri="{BB962C8B-B14F-4D97-AF65-F5344CB8AC3E}">
        <p14:creationId xmlns:p14="http://schemas.microsoft.com/office/powerpoint/2010/main" val="34237926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txStyles>
    <p:titleStyle>
      <a:lvl1pPr algn="l" defTabSz="914400" rtl="0" eaLnBrk="1" latinLnBrk="0" hangingPunct="1">
        <a:spcBef>
          <a:spcPct val="0"/>
        </a:spcBef>
        <a:buNone/>
        <a:defRPr sz="2800" b="1" kern="1200">
          <a:solidFill>
            <a:srgbClr val="ED7000"/>
          </a:solidFill>
          <a:latin typeface="+mj-lt"/>
          <a:ea typeface="+mj-ea"/>
          <a:cs typeface="+mj-cs"/>
        </a:defRPr>
      </a:lvl1pPr>
    </p:titleStyle>
    <p:bodyStyle>
      <a:lvl1pPr marL="177800" indent="-177800" algn="l" defTabSz="914400" rtl="0" eaLnBrk="1" latinLnBrk="0" hangingPunct="1">
        <a:spcBef>
          <a:spcPct val="20000"/>
        </a:spcBef>
        <a:buClr>
          <a:srgbClr val="ED7000"/>
        </a:buClr>
        <a:buFont typeface="Arial" panose="020B0604020202020204" pitchFamily="34" charset="0"/>
        <a:buChar char="•"/>
        <a:tabLst>
          <a:tab pos="360363" algn="l"/>
        </a:tabLst>
        <a:defRPr sz="1800" kern="1200">
          <a:solidFill>
            <a:srgbClr val="222222"/>
          </a:solidFill>
          <a:latin typeface="+mn-lt"/>
          <a:ea typeface="+mn-ea"/>
          <a:cs typeface="+mn-cs"/>
        </a:defRPr>
      </a:lvl1pPr>
      <a:lvl2pPr marL="360363" indent="-182563" algn="l" defTabSz="914400" rtl="0" eaLnBrk="1" latinLnBrk="0" hangingPunct="1">
        <a:spcBef>
          <a:spcPct val="20000"/>
        </a:spcBef>
        <a:buClr>
          <a:srgbClr val="ED7000"/>
        </a:buClr>
        <a:buFont typeface="Arial" panose="020B0604020202020204" pitchFamily="34" charset="0"/>
        <a:buChar char="•"/>
        <a:defRPr sz="1800" kern="1200">
          <a:solidFill>
            <a:schemeClr val="tx1"/>
          </a:solidFill>
          <a:latin typeface="+mn-lt"/>
          <a:ea typeface="+mn-ea"/>
          <a:cs typeface="+mn-cs"/>
        </a:defRPr>
      </a:lvl2pPr>
      <a:lvl3pPr marL="538163" indent="-177800" algn="l" defTabSz="914400" rtl="0" eaLnBrk="1" latinLnBrk="0" hangingPunct="1">
        <a:spcBef>
          <a:spcPct val="20000"/>
        </a:spcBef>
        <a:buClr>
          <a:srgbClr val="ED7000"/>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0000" y="468000"/>
            <a:ext cx="11088000" cy="432048"/>
          </a:xfrm>
          <a:prstGeom prst="rect">
            <a:avLst/>
          </a:prstGeom>
        </p:spPr>
        <p:txBody>
          <a:bodyPr vert="horz" lIns="0" tIns="0" rIns="0" bIns="0" rtlCol="0" anchor="t"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540000" y="1548000"/>
            <a:ext cx="10972800" cy="4265171"/>
          </a:xfrm>
          <a:prstGeom prst="rect">
            <a:avLst/>
          </a:prstGeom>
        </p:spPr>
        <p:txBody>
          <a:bodyPr vert="horz" lIns="0" tIns="0" rIns="0" bIns="0" rtlCol="0">
            <a:normAutofit/>
          </a:bodyPr>
          <a:lstStyle/>
          <a:p>
            <a:pPr lvl="0"/>
            <a:r>
              <a:rPr lang="en-US" dirty="0"/>
              <a:t>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6032087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txStyles>
    <p:titleStyle>
      <a:lvl1pPr algn="l" defTabSz="914400" rtl="0" eaLnBrk="1" latinLnBrk="0" hangingPunct="1">
        <a:spcBef>
          <a:spcPct val="0"/>
        </a:spcBef>
        <a:buNone/>
        <a:defRPr sz="2800" b="1" kern="1200">
          <a:solidFill>
            <a:srgbClr val="ED7000"/>
          </a:solidFill>
          <a:latin typeface="+mj-lt"/>
          <a:ea typeface="+mj-ea"/>
          <a:cs typeface="+mj-cs"/>
        </a:defRPr>
      </a:lvl1pPr>
    </p:titleStyle>
    <p:bodyStyle>
      <a:lvl1pPr marL="177800" indent="-177800" algn="l" defTabSz="914400" rtl="0" eaLnBrk="1" latinLnBrk="0" hangingPunct="1">
        <a:spcBef>
          <a:spcPct val="20000"/>
        </a:spcBef>
        <a:buClr>
          <a:srgbClr val="ED7000"/>
        </a:buClr>
        <a:buFont typeface="Arial" panose="020B0604020202020204" pitchFamily="34" charset="0"/>
        <a:buChar char="•"/>
        <a:tabLst>
          <a:tab pos="360363" algn="l"/>
        </a:tabLst>
        <a:defRPr sz="1800" kern="1200">
          <a:solidFill>
            <a:srgbClr val="222222"/>
          </a:solidFill>
          <a:latin typeface="+mn-lt"/>
          <a:ea typeface="+mn-ea"/>
          <a:cs typeface="+mn-cs"/>
        </a:defRPr>
      </a:lvl1pPr>
      <a:lvl2pPr marL="360363" indent="-182563" algn="l" defTabSz="914400" rtl="0" eaLnBrk="1" latinLnBrk="0" hangingPunct="1">
        <a:spcBef>
          <a:spcPct val="20000"/>
        </a:spcBef>
        <a:buClr>
          <a:srgbClr val="ED7000"/>
        </a:buClr>
        <a:buFont typeface="Arial" panose="020B0604020202020204" pitchFamily="34" charset="0"/>
        <a:buChar char="•"/>
        <a:defRPr sz="1800" kern="1200">
          <a:solidFill>
            <a:schemeClr val="tx1"/>
          </a:solidFill>
          <a:latin typeface="+mn-lt"/>
          <a:ea typeface="+mn-ea"/>
          <a:cs typeface="+mn-cs"/>
        </a:defRPr>
      </a:lvl2pPr>
      <a:lvl3pPr marL="538163" indent="-177800" algn="l" defTabSz="914400" rtl="0" eaLnBrk="1" latinLnBrk="0" hangingPunct="1">
        <a:spcBef>
          <a:spcPct val="20000"/>
        </a:spcBef>
        <a:buClr>
          <a:srgbClr val="ED7000"/>
        </a:buClr>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7D498D3-8BD0-457F-B62E-3F6089D9E0DD}"/>
              </a:ext>
            </a:extLst>
          </p:cNvPr>
          <p:cNvSpPr>
            <a:spLocks noGrp="1"/>
          </p:cNvSpPr>
          <p:nvPr>
            <p:ph type="title"/>
          </p:nvPr>
        </p:nvSpPr>
        <p:spPr/>
        <p:txBody>
          <a:bodyPr/>
          <a:lstStyle/>
          <a:p>
            <a:r>
              <a:rPr lang="en-GB"/>
              <a:t>Web </a:t>
            </a:r>
            <a:r>
              <a:rPr lang="en-GB" dirty="0"/>
              <a:t>Development Challenge</a:t>
            </a:r>
          </a:p>
        </p:txBody>
      </p:sp>
      <p:sp>
        <p:nvSpPr>
          <p:cNvPr id="5" name="Text Placeholder 4">
            <a:extLst>
              <a:ext uri="{FF2B5EF4-FFF2-40B4-BE49-F238E27FC236}">
                <a16:creationId xmlns:a16="http://schemas.microsoft.com/office/drawing/2014/main" id="{C4E7A881-409A-40C0-B330-CAD3ABFCAA6C}"/>
              </a:ext>
            </a:extLst>
          </p:cNvPr>
          <p:cNvSpPr>
            <a:spLocks noGrp="1"/>
          </p:cNvSpPr>
          <p:nvPr>
            <p:ph type="body" idx="1"/>
          </p:nvPr>
        </p:nvSpPr>
        <p:spPr/>
        <p:txBody>
          <a:bodyPr/>
          <a:lstStyle/>
          <a:p>
            <a:r>
              <a:rPr lang="en-GB" dirty="0"/>
              <a:t>Welcome!</a:t>
            </a:r>
          </a:p>
        </p:txBody>
      </p:sp>
      <p:sp>
        <p:nvSpPr>
          <p:cNvPr id="6" name="TextBox 5">
            <a:extLst>
              <a:ext uri="{FF2B5EF4-FFF2-40B4-BE49-F238E27FC236}">
                <a16:creationId xmlns:a16="http://schemas.microsoft.com/office/drawing/2014/main" id="{1E3D56B1-76D1-48D0-BB4D-D1E8767B4C89}"/>
              </a:ext>
            </a:extLst>
          </p:cNvPr>
          <p:cNvSpPr txBox="1"/>
          <p:nvPr/>
        </p:nvSpPr>
        <p:spPr>
          <a:xfrm>
            <a:off x="963084" y="2809188"/>
            <a:ext cx="5378395" cy="369332"/>
          </a:xfrm>
          <a:prstGeom prst="rect">
            <a:avLst/>
          </a:prstGeom>
          <a:noFill/>
        </p:spPr>
        <p:txBody>
          <a:bodyPr wrap="none" rtlCol="0">
            <a:spAutoFit/>
          </a:bodyPr>
          <a:lstStyle/>
          <a:p>
            <a:r>
              <a:rPr lang="en-GB" b="1" dirty="0">
                <a:solidFill>
                  <a:srgbClr val="C00000"/>
                </a:solidFill>
              </a:rPr>
              <a:t>CONFIDENTIAL: </a:t>
            </a:r>
            <a:r>
              <a:rPr lang="en-GB" dirty="0">
                <a:solidFill>
                  <a:srgbClr val="C00000"/>
                </a:solidFill>
              </a:rPr>
              <a:t>PLEASE DO NOT DISTRIBUTE</a:t>
            </a:r>
          </a:p>
        </p:txBody>
      </p:sp>
    </p:spTree>
    <p:extLst>
      <p:ext uri="{BB962C8B-B14F-4D97-AF65-F5344CB8AC3E}">
        <p14:creationId xmlns:p14="http://schemas.microsoft.com/office/powerpoint/2010/main" val="26417600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DF73E-B55E-407F-9F12-1B614D274D43}"/>
              </a:ext>
            </a:extLst>
          </p:cNvPr>
          <p:cNvSpPr>
            <a:spLocks noGrp="1"/>
          </p:cNvSpPr>
          <p:nvPr>
            <p:ph type="title"/>
          </p:nvPr>
        </p:nvSpPr>
        <p:spPr/>
        <p:txBody>
          <a:bodyPr/>
          <a:lstStyle/>
          <a:p>
            <a:r>
              <a:rPr lang="en-GB" dirty="0"/>
              <a:t>Interview &amp; Web Development Challenge</a:t>
            </a:r>
          </a:p>
        </p:txBody>
      </p:sp>
      <p:sp>
        <p:nvSpPr>
          <p:cNvPr id="3" name="Content Placeholder 2">
            <a:extLst>
              <a:ext uri="{FF2B5EF4-FFF2-40B4-BE49-F238E27FC236}">
                <a16:creationId xmlns:a16="http://schemas.microsoft.com/office/drawing/2014/main" id="{CC32FF6A-D052-4628-90F5-73BA4EE7241D}"/>
              </a:ext>
            </a:extLst>
          </p:cNvPr>
          <p:cNvSpPr>
            <a:spLocks noGrp="1"/>
          </p:cNvSpPr>
          <p:nvPr>
            <p:ph type="body" sz="quarter" idx="10"/>
          </p:nvPr>
        </p:nvSpPr>
        <p:spPr/>
        <p:txBody>
          <a:bodyPr/>
          <a:lstStyle/>
          <a:p>
            <a:pPr marL="0" indent="0">
              <a:buNone/>
            </a:pPr>
            <a:r>
              <a:rPr lang="en-GB" sz="1400" dirty="0"/>
              <a:t>In preparation for your interview, we would like you to use your web development skills to create a simple web application that contains a chart displaying the timeseries data provided (Data.xlsx). The main aim of this challenge is to give you the opportunity to demonstrate your skills. Therefore, the brief is intentionally broad to challenge you and allow you to exhibit the range of web development experience you have.</a:t>
            </a:r>
          </a:p>
          <a:p>
            <a:pPr marL="0" indent="0">
              <a:buNone/>
            </a:pPr>
            <a:endParaRPr lang="en-GB" sz="1400" dirty="0"/>
          </a:p>
          <a:p>
            <a:pPr marL="0" indent="0">
              <a:buNone/>
            </a:pPr>
            <a:r>
              <a:rPr lang="en-GB" sz="1400" dirty="0"/>
              <a:t>More information regarding the challenge can be found in the following slide titled ‘Supporting Information’. The interview agenda will be as follows:</a:t>
            </a:r>
          </a:p>
          <a:p>
            <a:pPr marL="0" indent="0">
              <a:buNone/>
            </a:pPr>
            <a:endParaRPr lang="en-GB" sz="1400" dirty="0"/>
          </a:p>
          <a:p>
            <a:r>
              <a:rPr lang="en-GB" sz="1400" b="1" dirty="0"/>
              <a:t>15 minutes - Panel Presentation.  </a:t>
            </a:r>
            <a:r>
              <a:rPr lang="en-GB" sz="1400" dirty="0"/>
              <a:t>Give an overview of the web application that you have developed. </a:t>
            </a:r>
          </a:p>
          <a:p>
            <a:pPr marL="0" indent="0">
              <a:buNone/>
            </a:pPr>
            <a:endParaRPr lang="en-GB" sz="1400" dirty="0"/>
          </a:p>
          <a:p>
            <a:r>
              <a:rPr lang="en-GB" sz="1400" b="1" dirty="0"/>
              <a:t>15 minutes - Panel Questioning on Presentation.  </a:t>
            </a:r>
            <a:r>
              <a:rPr lang="en-GB" sz="1400" dirty="0"/>
              <a:t>The interview panel will ask questions about the application developed.</a:t>
            </a:r>
          </a:p>
          <a:p>
            <a:pPr marL="0" indent="0">
              <a:buNone/>
            </a:pPr>
            <a:endParaRPr lang="en-GB" sz="1400" dirty="0"/>
          </a:p>
          <a:p>
            <a:r>
              <a:rPr lang="en-GB" sz="1400" b="1" dirty="0"/>
              <a:t>45 minutes - Panel Interview.  </a:t>
            </a:r>
            <a:r>
              <a:rPr lang="en-GB" sz="1400" dirty="0"/>
              <a:t>You will be interviewed by a panel of people to discuss your experience in general.</a:t>
            </a:r>
          </a:p>
          <a:p>
            <a:endParaRPr lang="en-GB" sz="1400" dirty="0"/>
          </a:p>
          <a:p>
            <a:r>
              <a:rPr lang="en-GB" sz="1400" dirty="0"/>
              <a:t>You will be asked to provide your code used to complete the challenge for review following completion of the interview.</a:t>
            </a:r>
          </a:p>
          <a:p>
            <a:pPr marL="0" indent="0">
              <a:buNone/>
            </a:pPr>
            <a:endParaRPr lang="en-GB" sz="1400" dirty="0"/>
          </a:p>
          <a:p>
            <a:endParaRPr lang="en-GB" sz="1400" dirty="0"/>
          </a:p>
        </p:txBody>
      </p:sp>
    </p:spTree>
    <p:extLst>
      <p:ext uri="{BB962C8B-B14F-4D97-AF65-F5344CB8AC3E}">
        <p14:creationId xmlns:p14="http://schemas.microsoft.com/office/powerpoint/2010/main" val="1609120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68E40A-DF18-46FF-B3AA-918037341791}"/>
              </a:ext>
            </a:extLst>
          </p:cNvPr>
          <p:cNvSpPr>
            <a:spLocks noGrp="1"/>
          </p:cNvSpPr>
          <p:nvPr>
            <p:ph type="title"/>
          </p:nvPr>
        </p:nvSpPr>
        <p:spPr/>
        <p:txBody>
          <a:bodyPr/>
          <a:lstStyle/>
          <a:p>
            <a:r>
              <a:rPr lang="en-GB" dirty="0"/>
              <a:t>Supporting Information</a:t>
            </a:r>
          </a:p>
        </p:txBody>
      </p:sp>
      <p:sp>
        <p:nvSpPr>
          <p:cNvPr id="3" name="Text Placeholder 2">
            <a:extLst>
              <a:ext uri="{FF2B5EF4-FFF2-40B4-BE49-F238E27FC236}">
                <a16:creationId xmlns:a16="http://schemas.microsoft.com/office/drawing/2014/main" id="{0169F4D6-D27A-4247-9D6C-BDD220CE3638}"/>
              </a:ext>
            </a:extLst>
          </p:cNvPr>
          <p:cNvSpPr>
            <a:spLocks noGrp="1"/>
          </p:cNvSpPr>
          <p:nvPr>
            <p:ph type="body" sz="quarter" idx="10"/>
          </p:nvPr>
        </p:nvSpPr>
        <p:spPr>
          <a:xfrm>
            <a:off x="539999" y="1115999"/>
            <a:ext cx="11547498" cy="5816023"/>
          </a:xfrm>
        </p:spPr>
        <p:txBody>
          <a:bodyPr vert="horz" wrap="square" lIns="0" tIns="0" rIns="0" bIns="0" rtlCol="0" anchor="t">
            <a:noAutofit/>
          </a:bodyPr>
          <a:lstStyle/>
          <a:p>
            <a:pPr marL="0" indent="0">
              <a:buNone/>
            </a:pPr>
            <a:r>
              <a:rPr lang="en-GB" sz="1400" dirty="0"/>
              <a:t>The supplied data </a:t>
            </a:r>
            <a:r>
              <a:rPr lang="en-GB" sz="1400" b="1" dirty="0"/>
              <a:t>(Data.xlsx) </a:t>
            </a:r>
            <a:r>
              <a:rPr lang="en-GB" sz="1400" dirty="0"/>
              <a:t>contains rainfall recorded every 15 minutes at rain gauge </a:t>
            </a:r>
            <a:r>
              <a:rPr lang="en-GB" sz="1400" b="1" dirty="0"/>
              <a:t>RG_A </a:t>
            </a:r>
            <a:r>
              <a:rPr lang="en-GB" sz="1400"/>
              <a:t>located </a:t>
            </a:r>
            <a:r>
              <a:rPr lang="en-GB" sz="1400" dirty="0"/>
              <a:t>in central Birmingham:</a:t>
            </a:r>
            <a:endParaRPr lang="en-US" dirty="0"/>
          </a:p>
          <a:p>
            <a:pPr lvl="2"/>
            <a:r>
              <a:rPr lang="en-GB" sz="1400" b="1"/>
              <a:t>(latitude= 52.48049047465328, longitude= -1.8978672581749725)</a:t>
            </a:r>
            <a:endParaRPr lang="en-US" b="1" dirty="0">
              <a:cs typeface="Arial"/>
            </a:endParaRPr>
          </a:p>
          <a:p>
            <a:pPr marL="0" indent="0">
              <a:buNone/>
            </a:pPr>
            <a:endParaRPr lang="en-GB" sz="1400" dirty="0"/>
          </a:p>
          <a:p>
            <a:pPr marL="0" indent="0">
              <a:buNone/>
            </a:pPr>
            <a:r>
              <a:rPr lang="en-GB" sz="1400" dirty="0"/>
              <a:t>As a member of the Stantec Digital Team, you'll be working with engineers and scientists to create applications that display a wide range of data sets. This challenge will reflect on key aspects of the role, building user friendly and functional applications to visualise and interrogate data.</a:t>
            </a:r>
            <a:endParaRPr lang="en-GB" sz="1400" dirty="0">
              <a:cs typeface="Arial"/>
            </a:endParaRPr>
          </a:p>
          <a:p>
            <a:pPr marL="0" indent="0">
              <a:buNone/>
            </a:pPr>
            <a:endParaRPr lang="en-GB" sz="1400" dirty="0"/>
          </a:p>
          <a:p>
            <a:pPr marL="0" indent="0">
              <a:buNone/>
            </a:pPr>
            <a:r>
              <a:rPr lang="en-GB" sz="1400" b="1" dirty="0"/>
              <a:t>Core - </a:t>
            </a:r>
            <a:r>
              <a:rPr lang="en-GB" sz="1400" dirty="0"/>
              <a:t>the main things we are looking for are:</a:t>
            </a:r>
            <a:endParaRPr lang="en-GB" sz="1400" dirty="0">
              <a:cs typeface="Arial"/>
            </a:endParaRPr>
          </a:p>
          <a:p>
            <a:pPr lvl="2"/>
            <a:r>
              <a:rPr lang="en-GB" sz="1400" dirty="0"/>
              <a:t>Well presented, clear visual design with consideration of user experience</a:t>
            </a:r>
            <a:endParaRPr lang="en-GB" sz="1400" dirty="0">
              <a:cs typeface="Arial"/>
            </a:endParaRPr>
          </a:p>
          <a:p>
            <a:pPr lvl="2"/>
            <a:r>
              <a:rPr lang="en-GB" sz="1400" dirty="0"/>
              <a:t>Use of a charting library to create a timeseries plot</a:t>
            </a:r>
            <a:endParaRPr lang="en-GB" sz="1400" dirty="0">
              <a:cs typeface="Arial"/>
            </a:endParaRPr>
          </a:p>
          <a:p>
            <a:pPr lvl="2"/>
            <a:r>
              <a:rPr lang="en-GB" sz="1400" dirty="0">
                <a:cs typeface="Arial"/>
              </a:rPr>
              <a:t>Considerations for data exploration</a:t>
            </a:r>
            <a:endParaRPr lang="en-GB" sz="1400" dirty="0"/>
          </a:p>
          <a:p>
            <a:pPr lvl="2"/>
            <a:r>
              <a:rPr lang="en-GB" sz="1400" dirty="0"/>
              <a:t>Clean, well-written, maintainable code</a:t>
            </a:r>
            <a:endParaRPr lang="en-GB" sz="1400" dirty="0">
              <a:cs typeface="Arial"/>
            </a:endParaRPr>
          </a:p>
          <a:p>
            <a:pPr marL="0" indent="0">
              <a:buNone/>
            </a:pPr>
            <a:endParaRPr lang="en-GB" sz="1400" dirty="0"/>
          </a:p>
          <a:p>
            <a:pPr marL="0" indent="0">
              <a:buNone/>
            </a:pPr>
            <a:r>
              <a:rPr lang="en-GB" sz="1400" b="1" dirty="0"/>
              <a:t>Additional - </a:t>
            </a:r>
            <a:r>
              <a:rPr lang="en-GB" sz="1400" dirty="0"/>
              <a:t>things that would be good but are not essential:</a:t>
            </a:r>
            <a:endParaRPr lang="en-GB" sz="1400" dirty="0">
              <a:cs typeface="Arial"/>
            </a:endParaRPr>
          </a:p>
          <a:p>
            <a:pPr lvl="2"/>
            <a:r>
              <a:rPr lang="en-GB" sz="1400" dirty="0"/>
              <a:t>Python web development framework</a:t>
            </a:r>
            <a:endParaRPr lang="en-GB" sz="1400" dirty="0">
              <a:cs typeface="Arial"/>
            </a:endParaRPr>
          </a:p>
          <a:p>
            <a:pPr lvl="2"/>
            <a:r>
              <a:rPr lang="en-GB" sz="1400" dirty="0"/>
              <a:t>Interactive mapping</a:t>
            </a:r>
            <a:endParaRPr lang="en-GB" sz="1400" dirty="0">
              <a:cs typeface="Arial"/>
            </a:endParaRPr>
          </a:p>
          <a:p>
            <a:pPr lvl="2"/>
            <a:r>
              <a:rPr lang="en-GB" sz="1400" dirty="0"/>
              <a:t>CSS framework like Tailwind</a:t>
            </a:r>
            <a:endParaRPr lang="en-GB" sz="1400" dirty="0">
              <a:cs typeface="Arial"/>
            </a:endParaRPr>
          </a:p>
          <a:p>
            <a:pPr lvl="2"/>
            <a:r>
              <a:rPr lang="en-GB" sz="1400" dirty="0"/>
              <a:t>Backend database like Postgres</a:t>
            </a:r>
            <a:endParaRPr lang="en-GB" sz="1400" dirty="0">
              <a:cs typeface="Arial"/>
            </a:endParaRPr>
          </a:p>
          <a:p>
            <a:pPr lvl="2"/>
            <a:r>
              <a:rPr lang="en-GB" sz="1400" dirty="0"/>
              <a:t>JavaScript for interactivity</a:t>
            </a:r>
            <a:endParaRPr lang="en-GB" sz="1400" dirty="0">
              <a:cs typeface="Arial"/>
            </a:endParaRPr>
          </a:p>
          <a:p>
            <a:pPr lvl="2"/>
            <a:endParaRPr lang="en-GB" sz="1400" dirty="0"/>
          </a:p>
          <a:p>
            <a:pPr marL="0" indent="0">
              <a:buNone/>
            </a:pPr>
            <a:r>
              <a:rPr lang="en-GB" sz="1400" dirty="0"/>
              <a:t>Feel free to show your skills beyond the items listed above – this is an opportunity to show us what you can do. </a:t>
            </a:r>
            <a:endParaRPr lang="en-GB" sz="1400" dirty="0">
              <a:cs typeface="Arial"/>
            </a:endParaRPr>
          </a:p>
          <a:p>
            <a:endParaRPr lang="en-GB" sz="1600" dirty="0"/>
          </a:p>
          <a:p>
            <a:pPr lvl="2"/>
            <a:endParaRPr lang="en-GB" sz="1600" dirty="0"/>
          </a:p>
          <a:p>
            <a:pPr lvl="2"/>
            <a:endParaRPr lang="en-GB" sz="1600" dirty="0">
              <a:cs typeface="Arial"/>
            </a:endParaRPr>
          </a:p>
          <a:p>
            <a:pPr lvl="3"/>
            <a:endParaRPr lang="en-GB" sz="1800" dirty="0">
              <a:cs typeface="Arial"/>
            </a:endParaRPr>
          </a:p>
          <a:p>
            <a:endParaRPr lang="en-GB" sz="1600" dirty="0">
              <a:cs typeface="Arial"/>
            </a:endParaRPr>
          </a:p>
          <a:p>
            <a:pPr lvl="1"/>
            <a:endParaRPr lang="en-GB" sz="1600" dirty="0">
              <a:cs typeface="Arial"/>
            </a:endParaRPr>
          </a:p>
        </p:txBody>
      </p:sp>
    </p:spTree>
    <p:extLst>
      <p:ext uri="{BB962C8B-B14F-4D97-AF65-F5344CB8AC3E}">
        <p14:creationId xmlns:p14="http://schemas.microsoft.com/office/powerpoint/2010/main" val="1224229252"/>
      </p:ext>
    </p:extLst>
  </p:cSld>
  <p:clrMapOvr>
    <a:masterClrMapping/>
  </p:clrMapOvr>
</p:sld>
</file>

<file path=ppt/theme/theme1.xml><?xml version="1.0" encoding="utf-8"?>
<a:theme xmlns:a="http://schemas.openxmlformats.org/drawingml/2006/main" name="Digital">
  <a:themeElements>
    <a:clrScheme name="Custom 1">
      <a:dk1>
        <a:srgbClr val="222222"/>
      </a:dk1>
      <a:lt1>
        <a:srgbClr val="FFFFFF"/>
      </a:lt1>
      <a:dk2>
        <a:srgbClr val="ED7000"/>
      </a:dk2>
      <a:lt2>
        <a:srgbClr val="A4A09F"/>
      </a:lt2>
      <a:accent1>
        <a:srgbClr val="413E3D"/>
      </a:accent1>
      <a:accent2>
        <a:srgbClr val="FFFFFF"/>
      </a:accent2>
      <a:accent3>
        <a:srgbClr val="D8D8D8"/>
      </a:accent3>
      <a:accent4>
        <a:srgbClr val="A4A09F"/>
      </a:accent4>
      <a:accent5>
        <a:srgbClr val="7F7F7F"/>
      </a:accent5>
      <a:accent6>
        <a:srgbClr val="A4A09F"/>
      </a:accent6>
      <a:hlink>
        <a:srgbClr val="FFFFFF"/>
      </a:hlink>
      <a:folHlink>
        <a:srgbClr val="0000FF"/>
      </a:folHlink>
    </a:clrScheme>
    <a:fontScheme name="Refresh">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Digital" id="{8F1A930A-16C7-4071-8473-3D8811DE9B9A}" vid="{B1615510-C1D5-4107-B91C-23F258456306}"/>
    </a:ext>
  </a:extLst>
</a:theme>
</file>

<file path=ppt/theme/theme2.xml><?xml version="1.0" encoding="utf-8"?>
<a:theme xmlns:a="http://schemas.openxmlformats.org/drawingml/2006/main" name="1_Office Theme">
  <a:themeElements>
    <a:clrScheme name="Custom 1">
      <a:dk1>
        <a:srgbClr val="222222"/>
      </a:dk1>
      <a:lt1>
        <a:srgbClr val="FFFFFF"/>
      </a:lt1>
      <a:dk2>
        <a:srgbClr val="ED7000"/>
      </a:dk2>
      <a:lt2>
        <a:srgbClr val="A4A09F"/>
      </a:lt2>
      <a:accent1>
        <a:srgbClr val="413E3D"/>
      </a:accent1>
      <a:accent2>
        <a:srgbClr val="FFFFFF"/>
      </a:accent2>
      <a:accent3>
        <a:srgbClr val="D8D8D8"/>
      </a:accent3>
      <a:accent4>
        <a:srgbClr val="A4A09F"/>
      </a:accent4>
      <a:accent5>
        <a:srgbClr val="7F7F7F"/>
      </a:accent5>
      <a:accent6>
        <a:srgbClr val="A4A09F"/>
      </a:accent6>
      <a:hlink>
        <a:srgbClr val="FFFFFF"/>
      </a:hlink>
      <a:folHlink>
        <a:srgbClr val="0000FF"/>
      </a:folHlink>
    </a:clrScheme>
    <a:fontScheme name="Refresh">
      <a:majorFont>
        <a:latin typeface="Century Gothic"/>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tantec_PPT_template_16 9.potx" id="{62666532-A143-4DC0-A2E8-E5DCD00ED84B}" vid="{39AECA54-3665-4AE0-993F-9347DEC7CB90}"/>
    </a:ext>
  </a:extLst>
</a:theme>
</file>

<file path=docProps/app.xml><?xml version="1.0" encoding="utf-8"?>
<Properties xmlns="http://schemas.openxmlformats.org/officeDocument/2006/extended-properties" xmlns:vt="http://schemas.openxmlformats.org/officeDocument/2006/docPropsVTypes">
  <Template>Digital</Template>
  <TotalTime>566</TotalTime>
  <Words>372</Words>
  <Application>Microsoft Office PowerPoint</Application>
  <PresentationFormat>Widescreen</PresentationFormat>
  <Paragraphs>36</Paragraphs>
  <Slides>3</Slides>
  <Notes>0</Notes>
  <HiddenSlides>0</HiddenSlides>
  <MMClips>0</MMClips>
  <ScaleCrop>false</ScaleCrop>
  <HeadingPairs>
    <vt:vector size="4" baseType="variant">
      <vt:variant>
        <vt:lpstr>Theme</vt:lpstr>
      </vt:variant>
      <vt:variant>
        <vt:i4>2</vt:i4>
      </vt:variant>
      <vt:variant>
        <vt:lpstr>Slide Titles</vt:lpstr>
      </vt:variant>
      <vt:variant>
        <vt:i4>3</vt:i4>
      </vt:variant>
    </vt:vector>
  </HeadingPairs>
  <TitlesOfParts>
    <vt:vector size="5" baseType="lpstr">
      <vt:lpstr>Digital</vt:lpstr>
      <vt:lpstr>1_Office Theme</vt:lpstr>
      <vt:lpstr>Web Development Challenge</vt:lpstr>
      <vt:lpstr>Interview &amp; Web Development Challenge</vt:lpstr>
      <vt:lpstr>Supporting Information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Brett Stewart</dc:creator>
  <cp:lastModifiedBy>Bourne, Daniel</cp:lastModifiedBy>
  <cp:revision>154</cp:revision>
  <dcterms:created xsi:type="dcterms:W3CDTF">2019-11-08T12:04:29Z</dcterms:created>
  <dcterms:modified xsi:type="dcterms:W3CDTF">2025-11-10T09:58:27Z</dcterms:modified>
</cp:coreProperties>
</file>